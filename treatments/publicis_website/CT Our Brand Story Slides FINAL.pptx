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1"/>
  </p:notesMasterIdLst>
  <p:sldIdLst>
    <p:sldId id="1805" r:id="rId2"/>
    <p:sldId id="2191" r:id="rId3"/>
    <p:sldId id="2192" r:id="rId4"/>
    <p:sldId id="2193" r:id="rId5"/>
    <p:sldId id="2194" r:id="rId6"/>
    <p:sldId id="2195" r:id="rId7"/>
    <p:sldId id="2200" r:id="rId8"/>
    <p:sldId id="2201" r:id="rId9"/>
    <p:sldId id="1548"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E5E"/>
    <a:srgbClr val="01434E"/>
    <a:srgbClr val="FFD6DE"/>
    <a:srgbClr val="CDDA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61"/>
    <p:restoredTop sz="94719"/>
  </p:normalViewPr>
  <p:slideViewPr>
    <p:cSldViewPr snapToGrid="0">
      <p:cViewPr>
        <p:scale>
          <a:sx n="60" d="100"/>
          <a:sy n="60" d="100"/>
        </p:scale>
        <p:origin x="1200" y="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FCAA9E5-61F3-5340-904A-C324B021BD51}" type="datetimeFigureOut">
              <a:rPr lang="en-GB" smtClean="0"/>
              <a:t>09/04/2026</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505295F-06E4-1E48-AD2B-BDD5DA0A2089}" type="slidenum">
              <a:rPr lang="en-GB" smtClean="0"/>
              <a:t>‹#›</a:t>
            </a:fld>
            <a:endParaRPr lang="en-GB"/>
          </a:p>
        </p:txBody>
      </p:sp>
    </p:spTree>
    <p:extLst>
      <p:ext uri="{BB962C8B-B14F-4D97-AF65-F5344CB8AC3E}">
        <p14:creationId xmlns:p14="http://schemas.microsoft.com/office/powerpoint/2010/main" val="3627532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1DAC-C568-34F3-B83C-F1FD5F005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393F6-7451-B9CB-5529-B46AC99B8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549B8-47DA-7FA3-A493-383B46D1A1B2}"/>
              </a:ext>
            </a:extLst>
          </p:cNvPr>
          <p:cNvSpPr>
            <a:spLocks noGrp="1"/>
          </p:cNvSpPr>
          <p:nvPr>
            <p:ph type="body" idx="1"/>
          </p:nvPr>
        </p:nvSpPr>
        <p:spPr/>
        <p:txBody>
          <a:bodyPr/>
          <a:lstStyle/>
          <a:p>
            <a:r>
              <a:rPr lang="en-GB" dirty="0"/>
              <a:t>We don’t believe in choosing between automation or people.</a:t>
            </a:r>
            <a:br>
              <a:rPr lang="en-GB" dirty="0"/>
            </a:br>
            <a:r>
              <a:rPr lang="en-GB" dirty="0"/>
              <a:t>Real service blends both, seamlessly.</a:t>
            </a:r>
            <a:br>
              <a:rPr lang="en-GB" dirty="0"/>
            </a:br>
            <a:r>
              <a:rPr lang="en-GB" dirty="0"/>
              <a:t>The right channel at the right moment, powered by one, connected ecosystem.</a:t>
            </a:r>
            <a:endParaRPr lang="en-US" dirty="0"/>
          </a:p>
        </p:txBody>
      </p:sp>
      <p:sp>
        <p:nvSpPr>
          <p:cNvPr id="4" name="Slide Number Placeholder 3">
            <a:extLst>
              <a:ext uri="{FF2B5EF4-FFF2-40B4-BE49-F238E27FC236}">
                <a16:creationId xmlns:a16="http://schemas.microsoft.com/office/drawing/2014/main" id="{7A12B275-F1BB-83D6-CF95-75246A32F3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112F0-4465-7E4B-9A96-90EB85B63FB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9068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B3E2-A3A5-C6E0-4B5B-B8986E685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375B9-90DC-27F5-CE71-41D17184B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60A77-5A14-CF7A-8B36-9A6F4F8160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9A80BB-7269-70D7-4D21-F06FFB38EA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112F0-4465-7E4B-9A96-90EB85B63FB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1939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112F0-4465-7E4B-9A96-90EB85B63FB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178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112F0-4465-7E4B-9A96-90EB85B63FB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8118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112F0-4465-7E4B-9A96-90EB85B63FB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46438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19.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21.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25.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27.sv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29.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3" Type="http://schemas.openxmlformats.org/officeDocument/2006/relationships/image" Target="../media/image36.svg"/><Relationship Id="rId18" Type="http://schemas.openxmlformats.org/officeDocument/2006/relationships/image" Target="../media/image40.png"/><Relationship Id="rId26" Type="http://schemas.openxmlformats.org/officeDocument/2006/relationships/image" Target="../media/image48.png"/><Relationship Id="rId39" Type="http://schemas.openxmlformats.org/officeDocument/2006/relationships/image" Target="../media/image61.svg"/><Relationship Id="rId21" Type="http://schemas.openxmlformats.org/officeDocument/2006/relationships/image" Target="../media/image43.svg"/><Relationship Id="rId34" Type="http://schemas.openxmlformats.org/officeDocument/2006/relationships/image" Target="../media/image56.png"/><Relationship Id="rId42" Type="http://schemas.openxmlformats.org/officeDocument/2006/relationships/image" Target="../media/image63.png"/><Relationship Id="rId47" Type="http://schemas.openxmlformats.org/officeDocument/2006/relationships/image" Target="../media/image68.svg"/><Relationship Id="rId50" Type="http://schemas.openxmlformats.org/officeDocument/2006/relationships/image" Target="../media/image4.png"/><Relationship Id="rId55" Type="http://schemas.openxmlformats.org/officeDocument/2006/relationships/image" Target="../media/image75.svg"/><Relationship Id="rId7" Type="http://schemas.openxmlformats.org/officeDocument/2006/relationships/image" Target="../media/image33.svg"/><Relationship Id="rId2" Type="http://schemas.openxmlformats.org/officeDocument/2006/relationships/image" Target="../media/image7.png"/><Relationship Id="rId16" Type="http://schemas.openxmlformats.org/officeDocument/2006/relationships/image" Target="../media/image38.png"/><Relationship Id="rId29" Type="http://schemas.openxmlformats.org/officeDocument/2006/relationships/image" Target="../media/image51.svg"/><Relationship Id="rId11" Type="http://schemas.openxmlformats.org/officeDocument/2006/relationships/image" Target="../media/image35.svg"/><Relationship Id="rId24" Type="http://schemas.openxmlformats.org/officeDocument/2006/relationships/image" Target="../media/image46.png"/><Relationship Id="rId32" Type="http://schemas.openxmlformats.org/officeDocument/2006/relationships/image" Target="../media/image54.png"/><Relationship Id="rId37" Type="http://schemas.openxmlformats.org/officeDocument/2006/relationships/image" Target="../media/image59.svg"/><Relationship Id="rId40" Type="http://schemas.openxmlformats.org/officeDocument/2006/relationships/image" Target="../media/image28.png"/><Relationship Id="rId45" Type="http://schemas.openxmlformats.org/officeDocument/2006/relationships/image" Target="../media/image66.svg"/><Relationship Id="rId53" Type="http://schemas.openxmlformats.org/officeDocument/2006/relationships/image" Target="../media/image73.svg"/><Relationship Id="rId58" Type="http://schemas.openxmlformats.org/officeDocument/2006/relationships/image" Target="../media/image78.png"/><Relationship Id="rId5" Type="http://schemas.openxmlformats.org/officeDocument/2006/relationships/image" Target="../media/image32.svg"/><Relationship Id="rId19" Type="http://schemas.openxmlformats.org/officeDocument/2006/relationships/image" Target="../media/image41.svg"/><Relationship Id="rId4" Type="http://schemas.openxmlformats.org/officeDocument/2006/relationships/image" Target="../media/image31.png"/><Relationship Id="rId9" Type="http://schemas.openxmlformats.org/officeDocument/2006/relationships/image" Target="../media/image34.svg"/><Relationship Id="rId14" Type="http://schemas.openxmlformats.org/officeDocument/2006/relationships/image" Target="../media/image26.png"/><Relationship Id="rId22" Type="http://schemas.openxmlformats.org/officeDocument/2006/relationships/image" Target="../media/image44.png"/><Relationship Id="rId27" Type="http://schemas.openxmlformats.org/officeDocument/2006/relationships/image" Target="../media/image49.svg"/><Relationship Id="rId30" Type="http://schemas.openxmlformats.org/officeDocument/2006/relationships/image" Target="../media/image52.png"/><Relationship Id="rId35" Type="http://schemas.openxmlformats.org/officeDocument/2006/relationships/image" Target="../media/image57.svg"/><Relationship Id="rId43" Type="http://schemas.openxmlformats.org/officeDocument/2006/relationships/image" Target="../media/image64.svg"/><Relationship Id="rId48" Type="http://schemas.openxmlformats.org/officeDocument/2006/relationships/image" Target="../media/image69.png"/><Relationship Id="rId56" Type="http://schemas.openxmlformats.org/officeDocument/2006/relationships/image" Target="../media/image76.png"/><Relationship Id="rId8" Type="http://schemas.openxmlformats.org/officeDocument/2006/relationships/image" Target="../media/image20.png"/><Relationship Id="rId51" Type="http://schemas.openxmlformats.org/officeDocument/2006/relationships/image" Target="../media/image71.svg"/><Relationship Id="rId3" Type="http://schemas.openxmlformats.org/officeDocument/2006/relationships/image" Target="../media/image30.svg"/><Relationship Id="rId12" Type="http://schemas.openxmlformats.org/officeDocument/2006/relationships/image" Target="../media/image24.png"/><Relationship Id="rId17" Type="http://schemas.openxmlformats.org/officeDocument/2006/relationships/image" Target="../media/image39.svg"/><Relationship Id="rId25" Type="http://schemas.openxmlformats.org/officeDocument/2006/relationships/image" Target="../media/image47.svg"/><Relationship Id="rId33" Type="http://schemas.openxmlformats.org/officeDocument/2006/relationships/image" Target="../media/image55.svg"/><Relationship Id="rId38" Type="http://schemas.openxmlformats.org/officeDocument/2006/relationships/image" Target="../media/image60.png"/><Relationship Id="rId46" Type="http://schemas.openxmlformats.org/officeDocument/2006/relationships/image" Target="../media/image67.png"/><Relationship Id="rId59" Type="http://schemas.openxmlformats.org/officeDocument/2006/relationships/image" Target="../media/image79.svg"/><Relationship Id="rId20" Type="http://schemas.openxmlformats.org/officeDocument/2006/relationships/image" Target="../media/image42.png"/><Relationship Id="rId41" Type="http://schemas.openxmlformats.org/officeDocument/2006/relationships/image" Target="../media/image62.svg"/><Relationship Id="rId54" Type="http://schemas.openxmlformats.org/officeDocument/2006/relationships/image" Target="../media/image74.png"/><Relationship Id="rId1" Type="http://schemas.openxmlformats.org/officeDocument/2006/relationships/slideMaster" Target="../slideMasters/slideMaster1.xml"/><Relationship Id="rId6" Type="http://schemas.openxmlformats.org/officeDocument/2006/relationships/image" Target="../media/image18.png"/><Relationship Id="rId15" Type="http://schemas.openxmlformats.org/officeDocument/2006/relationships/image" Target="../media/image37.svg"/><Relationship Id="rId23" Type="http://schemas.openxmlformats.org/officeDocument/2006/relationships/image" Target="../media/image45.svg"/><Relationship Id="rId28" Type="http://schemas.openxmlformats.org/officeDocument/2006/relationships/image" Target="../media/image50.png"/><Relationship Id="rId36" Type="http://schemas.openxmlformats.org/officeDocument/2006/relationships/image" Target="../media/image58.png"/><Relationship Id="rId49" Type="http://schemas.openxmlformats.org/officeDocument/2006/relationships/image" Target="../media/image70.svg"/><Relationship Id="rId57" Type="http://schemas.openxmlformats.org/officeDocument/2006/relationships/image" Target="../media/image77.svg"/><Relationship Id="rId10" Type="http://schemas.openxmlformats.org/officeDocument/2006/relationships/image" Target="../media/image22.png"/><Relationship Id="rId31" Type="http://schemas.openxmlformats.org/officeDocument/2006/relationships/image" Target="../media/image53.svg"/><Relationship Id="rId44" Type="http://schemas.openxmlformats.org/officeDocument/2006/relationships/image" Target="../media/image65.png"/><Relationship Id="rId52" Type="http://schemas.openxmlformats.org/officeDocument/2006/relationships/image" Target="../media/image72.png"/></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9FA1A-4C34-BB4F-9648-C93785374ECA}"/>
              </a:ext>
            </a:extLst>
          </p:cNvPr>
          <p:cNvSpPr>
            <a:spLocks noGrp="1"/>
          </p:cNvSpPr>
          <p:nvPr>
            <p:ph type="ctrTitle" hasCustomPrompt="1"/>
          </p:nvPr>
        </p:nvSpPr>
        <p:spPr>
          <a:xfrm>
            <a:off x="1080000" y="1895605"/>
            <a:ext cx="10032000" cy="3066790"/>
          </a:xfrm>
          <a:prstGeom prst="rect">
            <a:avLst/>
          </a:prstGeom>
        </p:spPr>
        <p:txBody>
          <a:bodyPr anchor="ctr"/>
          <a:lstStyle>
            <a:lvl1pPr algn="l">
              <a:defRPr sz="8000"/>
            </a:lvl1pPr>
          </a:lstStyle>
          <a:p>
            <a:r>
              <a:rPr lang="en-GB"/>
              <a:t>Place your title here</a:t>
            </a:r>
          </a:p>
        </p:txBody>
      </p:sp>
      <p:pic>
        <p:nvPicPr>
          <p:cNvPr id="7" name="Picture 6">
            <a:extLst>
              <a:ext uri="{FF2B5EF4-FFF2-40B4-BE49-F238E27FC236}">
                <a16:creationId xmlns:a16="http://schemas.microsoft.com/office/drawing/2014/main" id="{706741DD-C7FE-954F-A604-F07CAB61DDD1}"/>
              </a:ext>
            </a:extLst>
          </p:cNvPr>
          <p:cNvPicPr>
            <a:picLocks noChangeAspect="1"/>
          </p:cNvPicPr>
          <p:nvPr userDrawn="1"/>
        </p:nvPicPr>
        <p:blipFill>
          <a:blip r:embed="rId2"/>
          <a:stretch>
            <a:fillRect/>
          </a:stretch>
        </p:blipFill>
        <p:spPr>
          <a:xfrm>
            <a:off x="9459290" y="932293"/>
            <a:ext cx="2273300" cy="508000"/>
          </a:xfrm>
          <a:prstGeom prst="rect">
            <a:avLst/>
          </a:prstGeom>
        </p:spPr>
      </p:pic>
      <p:sp>
        <p:nvSpPr>
          <p:cNvPr id="4" name="Footer Placeholder 4">
            <a:extLst>
              <a:ext uri="{FF2B5EF4-FFF2-40B4-BE49-F238E27FC236}">
                <a16:creationId xmlns:a16="http://schemas.microsoft.com/office/drawing/2014/main" id="{8E897A74-DDA0-0242-8666-BCDA61AC0136}"/>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Tree>
    <p:extLst>
      <p:ext uri="{BB962C8B-B14F-4D97-AF65-F5344CB8AC3E}">
        <p14:creationId xmlns:p14="http://schemas.microsoft.com/office/powerpoint/2010/main" val="26343881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atermel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9FA1A-4C34-BB4F-9648-C93785374ECA}"/>
              </a:ext>
            </a:extLst>
          </p:cNvPr>
          <p:cNvSpPr>
            <a:spLocks noGrp="1"/>
          </p:cNvSpPr>
          <p:nvPr>
            <p:ph type="ctrTitle" hasCustomPrompt="1"/>
          </p:nvPr>
        </p:nvSpPr>
        <p:spPr>
          <a:xfrm>
            <a:off x="1080000" y="2068643"/>
            <a:ext cx="10032000" cy="3066790"/>
          </a:xfrm>
          <a:prstGeom prst="rect">
            <a:avLst/>
          </a:prstGeom>
        </p:spPr>
        <p:txBody>
          <a:bodyPr anchor="ctr"/>
          <a:lstStyle>
            <a:lvl1pPr algn="l">
              <a:defRPr sz="8000"/>
            </a:lvl1pPr>
          </a:lstStyle>
          <a:p>
            <a:r>
              <a:rPr lang="en-GB"/>
              <a:t>Place your title here</a:t>
            </a:r>
          </a:p>
        </p:txBody>
      </p:sp>
      <p:pic>
        <p:nvPicPr>
          <p:cNvPr id="7" name="Picture 6">
            <a:extLst>
              <a:ext uri="{FF2B5EF4-FFF2-40B4-BE49-F238E27FC236}">
                <a16:creationId xmlns:a16="http://schemas.microsoft.com/office/drawing/2014/main" id="{706741DD-C7FE-954F-A604-F07CAB61DDD1}"/>
              </a:ext>
            </a:extLst>
          </p:cNvPr>
          <p:cNvPicPr>
            <a:picLocks noChangeAspect="1"/>
          </p:cNvPicPr>
          <p:nvPr userDrawn="1"/>
        </p:nvPicPr>
        <p:blipFill>
          <a:blip r:embed="rId2"/>
          <a:stretch>
            <a:fillRect/>
          </a:stretch>
        </p:blipFill>
        <p:spPr>
          <a:xfrm>
            <a:off x="9459290" y="932293"/>
            <a:ext cx="2273300" cy="508000"/>
          </a:xfrm>
          <a:prstGeom prst="rect">
            <a:avLst/>
          </a:prstGeom>
        </p:spPr>
      </p:pic>
      <p:sp>
        <p:nvSpPr>
          <p:cNvPr id="4" name="Footer Placeholder 4">
            <a:extLst>
              <a:ext uri="{FF2B5EF4-FFF2-40B4-BE49-F238E27FC236}">
                <a16:creationId xmlns:a16="http://schemas.microsoft.com/office/drawing/2014/main" id="{86502A1C-82AC-A741-A968-07D8FF93E541}"/>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Tree>
    <p:extLst>
      <p:ext uri="{BB962C8B-B14F-4D97-AF65-F5344CB8AC3E}">
        <p14:creationId xmlns:p14="http://schemas.microsoft.com/office/powerpoint/2010/main" val="42913603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atermelon 2 Lines Horizontal">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9FA1A-4C34-BB4F-9648-C93785374ECA}"/>
              </a:ext>
            </a:extLst>
          </p:cNvPr>
          <p:cNvSpPr>
            <a:spLocks noGrp="1"/>
          </p:cNvSpPr>
          <p:nvPr>
            <p:ph type="ctrTitle" hasCustomPrompt="1"/>
          </p:nvPr>
        </p:nvSpPr>
        <p:spPr>
          <a:xfrm>
            <a:off x="1080000" y="2068643"/>
            <a:ext cx="3805509" cy="3066790"/>
          </a:xfrm>
          <a:prstGeom prst="rect">
            <a:avLst/>
          </a:prstGeom>
        </p:spPr>
        <p:txBody>
          <a:bodyPr anchor="ctr"/>
          <a:lstStyle>
            <a:lvl1pPr algn="l">
              <a:defRPr sz="4800"/>
            </a:lvl1pPr>
          </a:lstStyle>
          <a:p>
            <a:r>
              <a:rPr lang="en-GB"/>
              <a:t>First line</a:t>
            </a:r>
          </a:p>
        </p:txBody>
      </p:sp>
      <p:pic>
        <p:nvPicPr>
          <p:cNvPr id="7" name="Picture 6">
            <a:extLst>
              <a:ext uri="{FF2B5EF4-FFF2-40B4-BE49-F238E27FC236}">
                <a16:creationId xmlns:a16="http://schemas.microsoft.com/office/drawing/2014/main" id="{706741DD-C7FE-954F-A604-F07CAB61DDD1}"/>
              </a:ext>
            </a:extLst>
          </p:cNvPr>
          <p:cNvPicPr>
            <a:picLocks noChangeAspect="1"/>
          </p:cNvPicPr>
          <p:nvPr userDrawn="1"/>
        </p:nvPicPr>
        <p:blipFill>
          <a:blip r:embed="rId2"/>
          <a:stretch>
            <a:fillRect/>
          </a:stretch>
        </p:blipFill>
        <p:spPr>
          <a:xfrm>
            <a:off x="9459290" y="932293"/>
            <a:ext cx="2273300" cy="508000"/>
          </a:xfrm>
          <a:prstGeom prst="rect">
            <a:avLst/>
          </a:prstGeom>
        </p:spPr>
      </p:pic>
      <p:sp>
        <p:nvSpPr>
          <p:cNvPr id="4" name="Footer Placeholder 4">
            <a:extLst>
              <a:ext uri="{FF2B5EF4-FFF2-40B4-BE49-F238E27FC236}">
                <a16:creationId xmlns:a16="http://schemas.microsoft.com/office/drawing/2014/main" id="{86502A1C-82AC-A741-A968-07D8FF93E541}"/>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
        <p:nvSpPr>
          <p:cNvPr id="6" name="Text Placeholder 7">
            <a:extLst>
              <a:ext uri="{FF2B5EF4-FFF2-40B4-BE49-F238E27FC236}">
                <a16:creationId xmlns:a16="http://schemas.microsoft.com/office/drawing/2014/main" id="{1F8C9B80-4724-BC43-985F-645CBC91A92F}"/>
              </a:ext>
            </a:extLst>
          </p:cNvPr>
          <p:cNvSpPr>
            <a:spLocks noGrp="1"/>
          </p:cNvSpPr>
          <p:nvPr>
            <p:ph type="body" sz="quarter" idx="17" hasCustomPrompt="1"/>
          </p:nvPr>
        </p:nvSpPr>
        <p:spPr>
          <a:xfrm>
            <a:off x="5381897" y="2068643"/>
            <a:ext cx="5730103" cy="3066790"/>
          </a:xfrm>
        </p:spPr>
        <p:txBody>
          <a:bodyPr vert="horz" lIns="0" tIns="0" rIns="0" bIns="0" rtlCol="0" anchor="ctr">
            <a:noAutofit/>
          </a:bodyPr>
          <a:lstStyle>
            <a:lvl1pPr marL="0" indent="0" algn="r">
              <a:buNone/>
              <a:defRPr lang="en-GB" sz="4800" b="0" i="0" dirty="0">
                <a:solidFill>
                  <a:schemeClr val="accent1"/>
                </a:solidFill>
                <a:latin typeface="Raleway" pitchFamily="2" charset="77"/>
                <a:ea typeface="+mj-ea"/>
                <a:cs typeface="+mj-cs"/>
              </a:defRPr>
            </a:lvl1pPr>
          </a:lstStyle>
          <a:p>
            <a:pPr marL="505800" lvl="0" indent="-685800" algn="r">
              <a:spcBef>
                <a:spcPct val="0"/>
              </a:spcBef>
            </a:pPr>
            <a:r>
              <a:rPr lang="en-GB"/>
              <a:t>Second line</a:t>
            </a:r>
          </a:p>
        </p:txBody>
      </p:sp>
    </p:spTree>
    <p:extLst>
      <p:ext uri="{BB962C8B-B14F-4D97-AF65-F5344CB8AC3E}">
        <p14:creationId xmlns:p14="http://schemas.microsoft.com/office/powerpoint/2010/main" val="1518592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Punchlin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6741DD-C7FE-954F-A604-F07CAB61DDD1}"/>
              </a:ext>
            </a:extLst>
          </p:cNvPr>
          <p:cNvPicPr>
            <a:picLocks noChangeAspect="1"/>
          </p:cNvPicPr>
          <p:nvPr userDrawn="1"/>
        </p:nvPicPr>
        <p:blipFill>
          <a:blip r:embed="rId2"/>
          <a:stretch>
            <a:fillRect/>
          </a:stretch>
        </p:blipFill>
        <p:spPr>
          <a:xfrm>
            <a:off x="9459290" y="932293"/>
            <a:ext cx="2273300" cy="508000"/>
          </a:xfrm>
          <a:prstGeom prst="rect">
            <a:avLst/>
          </a:prstGeom>
        </p:spPr>
      </p:pic>
      <p:sp>
        <p:nvSpPr>
          <p:cNvPr id="4" name="Footer Placeholder 4">
            <a:extLst>
              <a:ext uri="{FF2B5EF4-FFF2-40B4-BE49-F238E27FC236}">
                <a16:creationId xmlns:a16="http://schemas.microsoft.com/office/drawing/2014/main" id="{8E897A74-DDA0-0242-8666-BCDA61AC0136}"/>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
        <p:nvSpPr>
          <p:cNvPr id="8" name="Text Placeholder 7">
            <a:extLst>
              <a:ext uri="{FF2B5EF4-FFF2-40B4-BE49-F238E27FC236}">
                <a16:creationId xmlns:a16="http://schemas.microsoft.com/office/drawing/2014/main" id="{728077FE-821F-5E4F-AA63-59734FCB8EB0}"/>
              </a:ext>
            </a:extLst>
          </p:cNvPr>
          <p:cNvSpPr>
            <a:spLocks noGrp="1"/>
          </p:cNvSpPr>
          <p:nvPr>
            <p:ph type="body" sz="quarter" idx="16" hasCustomPrompt="1"/>
          </p:nvPr>
        </p:nvSpPr>
        <p:spPr>
          <a:xfrm>
            <a:off x="2908300" y="1935703"/>
            <a:ext cx="7086600" cy="998126"/>
          </a:xfrm>
        </p:spPr>
        <p:txBody>
          <a:bodyPr anchor="ctr"/>
          <a:lstStyle>
            <a:lvl1pPr marL="0" indent="0" algn="l" defTabSz="914400" rtl="0" eaLnBrk="1" latinLnBrk="0" hangingPunct="1">
              <a:lnSpc>
                <a:spcPct val="90000"/>
              </a:lnSpc>
              <a:spcBef>
                <a:spcPct val="0"/>
              </a:spcBef>
              <a:buNone/>
              <a:defRPr lang="en-GB" sz="8000" b="1" kern="1200" dirty="0" smtClean="0">
                <a:solidFill>
                  <a:schemeClr val="tx1"/>
                </a:solidFill>
                <a:latin typeface="Raleway" pitchFamily="2" charset="77"/>
                <a:ea typeface="+mj-ea"/>
                <a:cs typeface="+mj-cs"/>
              </a:defRPr>
            </a:lvl1pPr>
            <a:lvl2pPr marL="18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2pPr>
            <a:lvl3pPr marL="36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3pPr>
            <a:lvl4pPr marL="54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4pPr>
            <a:lvl5pPr marL="720000" indent="0" algn="l" defTabSz="914400" rtl="0" eaLnBrk="1" latinLnBrk="0" hangingPunct="1">
              <a:lnSpc>
                <a:spcPct val="90000"/>
              </a:lnSpc>
              <a:spcBef>
                <a:spcPct val="0"/>
              </a:spcBef>
              <a:buNone/>
              <a:defRPr lang="en-GB" sz="6600" b="1" kern="1200" dirty="0">
                <a:solidFill>
                  <a:schemeClr val="tx2"/>
                </a:solidFill>
                <a:latin typeface="+mj-lt"/>
                <a:ea typeface="+mj-ea"/>
                <a:cs typeface="+mj-cs"/>
              </a:defRPr>
            </a:lvl5pPr>
          </a:lstStyle>
          <a:p>
            <a:pPr lvl="0"/>
            <a:r>
              <a:rPr lang="en-GB"/>
              <a:t>First line</a:t>
            </a:r>
          </a:p>
        </p:txBody>
      </p:sp>
      <p:sp>
        <p:nvSpPr>
          <p:cNvPr id="9" name="Text Placeholder 7">
            <a:extLst>
              <a:ext uri="{FF2B5EF4-FFF2-40B4-BE49-F238E27FC236}">
                <a16:creationId xmlns:a16="http://schemas.microsoft.com/office/drawing/2014/main" id="{A20536F9-4A36-3643-9EFB-01FF18DA7AEE}"/>
              </a:ext>
            </a:extLst>
          </p:cNvPr>
          <p:cNvSpPr>
            <a:spLocks noGrp="1"/>
          </p:cNvSpPr>
          <p:nvPr>
            <p:ph type="body" sz="quarter" idx="17" hasCustomPrompt="1"/>
          </p:nvPr>
        </p:nvSpPr>
        <p:spPr>
          <a:xfrm>
            <a:off x="2908300" y="3084276"/>
            <a:ext cx="7086600" cy="998126"/>
          </a:xfrm>
        </p:spPr>
        <p:txBody>
          <a:bodyPr anchor="ctr"/>
          <a:lstStyle>
            <a:lvl1pPr marL="0" indent="0" algn="l" defTabSz="914400" rtl="0" eaLnBrk="1" latinLnBrk="0" hangingPunct="1">
              <a:lnSpc>
                <a:spcPct val="90000"/>
              </a:lnSpc>
              <a:spcBef>
                <a:spcPct val="0"/>
              </a:spcBef>
              <a:buNone/>
              <a:defRPr lang="en-GB" sz="8000" b="1" kern="1200" dirty="0" smtClean="0">
                <a:solidFill>
                  <a:schemeClr val="tx1"/>
                </a:solidFill>
                <a:latin typeface="Raleway" pitchFamily="2" charset="77"/>
                <a:ea typeface="+mj-ea"/>
                <a:cs typeface="+mj-cs"/>
              </a:defRPr>
            </a:lvl1pPr>
            <a:lvl2pPr marL="18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2pPr>
            <a:lvl3pPr marL="36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3pPr>
            <a:lvl4pPr marL="54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4pPr>
            <a:lvl5pPr marL="720000" indent="0" algn="l" defTabSz="914400" rtl="0" eaLnBrk="1" latinLnBrk="0" hangingPunct="1">
              <a:lnSpc>
                <a:spcPct val="90000"/>
              </a:lnSpc>
              <a:spcBef>
                <a:spcPct val="0"/>
              </a:spcBef>
              <a:buNone/>
              <a:defRPr lang="en-GB" sz="6600" b="1" kern="1200" dirty="0">
                <a:solidFill>
                  <a:schemeClr val="tx2"/>
                </a:solidFill>
                <a:latin typeface="+mj-lt"/>
                <a:ea typeface="+mj-ea"/>
                <a:cs typeface="+mj-cs"/>
              </a:defRPr>
            </a:lvl5pPr>
          </a:lstStyle>
          <a:p>
            <a:pPr lvl="0"/>
            <a:r>
              <a:rPr lang="en-GB"/>
              <a:t>Second line</a:t>
            </a:r>
          </a:p>
        </p:txBody>
      </p:sp>
      <p:sp>
        <p:nvSpPr>
          <p:cNvPr id="10" name="Text Placeholder 7">
            <a:extLst>
              <a:ext uri="{FF2B5EF4-FFF2-40B4-BE49-F238E27FC236}">
                <a16:creationId xmlns:a16="http://schemas.microsoft.com/office/drawing/2014/main" id="{BAF0B648-6765-B24C-A6BC-494593716B1F}"/>
              </a:ext>
            </a:extLst>
          </p:cNvPr>
          <p:cNvSpPr>
            <a:spLocks noGrp="1"/>
          </p:cNvSpPr>
          <p:nvPr>
            <p:ph type="body" sz="quarter" idx="18" hasCustomPrompt="1"/>
          </p:nvPr>
        </p:nvSpPr>
        <p:spPr>
          <a:xfrm>
            <a:off x="2908300" y="4232849"/>
            <a:ext cx="7086600" cy="998126"/>
          </a:xfrm>
        </p:spPr>
        <p:txBody>
          <a:bodyPr anchor="ctr"/>
          <a:lstStyle>
            <a:lvl1pPr marL="0" indent="0" algn="l" defTabSz="914400" rtl="0" eaLnBrk="1" latinLnBrk="0" hangingPunct="1">
              <a:lnSpc>
                <a:spcPct val="90000"/>
              </a:lnSpc>
              <a:spcBef>
                <a:spcPct val="0"/>
              </a:spcBef>
              <a:buNone/>
              <a:defRPr lang="en-GB" sz="8000" b="1" kern="1200" dirty="0" smtClean="0">
                <a:solidFill>
                  <a:schemeClr val="accent2"/>
                </a:solidFill>
                <a:latin typeface="Raleway" pitchFamily="2" charset="77"/>
                <a:ea typeface="+mj-ea"/>
                <a:cs typeface="+mj-cs"/>
              </a:defRPr>
            </a:lvl1pPr>
            <a:lvl2pPr marL="18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2pPr>
            <a:lvl3pPr marL="36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3pPr>
            <a:lvl4pPr marL="540000" indent="0" algn="l" defTabSz="914400" rtl="0" eaLnBrk="1" latinLnBrk="0" hangingPunct="1">
              <a:lnSpc>
                <a:spcPct val="90000"/>
              </a:lnSpc>
              <a:spcBef>
                <a:spcPct val="0"/>
              </a:spcBef>
              <a:buNone/>
              <a:defRPr lang="en-GB" sz="6600" b="1" kern="1200" dirty="0" smtClean="0">
                <a:solidFill>
                  <a:schemeClr val="tx2"/>
                </a:solidFill>
                <a:latin typeface="+mj-lt"/>
                <a:ea typeface="+mj-ea"/>
                <a:cs typeface="+mj-cs"/>
              </a:defRPr>
            </a:lvl4pPr>
            <a:lvl5pPr marL="720000" indent="0" algn="l" defTabSz="914400" rtl="0" eaLnBrk="1" latinLnBrk="0" hangingPunct="1">
              <a:lnSpc>
                <a:spcPct val="90000"/>
              </a:lnSpc>
              <a:spcBef>
                <a:spcPct val="0"/>
              </a:spcBef>
              <a:buNone/>
              <a:defRPr lang="en-GB" sz="6600" b="1" kern="1200" dirty="0">
                <a:solidFill>
                  <a:schemeClr val="tx2"/>
                </a:solidFill>
                <a:latin typeface="+mj-lt"/>
                <a:ea typeface="+mj-ea"/>
                <a:cs typeface="+mj-cs"/>
              </a:defRPr>
            </a:lvl5pPr>
          </a:lstStyle>
          <a:p>
            <a:pPr lvl="0"/>
            <a:r>
              <a:rPr lang="en-GB"/>
              <a:t>Punchline</a:t>
            </a:r>
          </a:p>
        </p:txBody>
      </p:sp>
      <p:pic>
        <p:nvPicPr>
          <p:cNvPr id="12" name="Graphic 11">
            <a:extLst>
              <a:ext uri="{FF2B5EF4-FFF2-40B4-BE49-F238E27FC236}">
                <a16:creationId xmlns:a16="http://schemas.microsoft.com/office/drawing/2014/main" id="{DEF75750-A1B3-6B43-8EEF-CFACD261096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352597" y="3836739"/>
            <a:ext cx="1150450" cy="1598522"/>
          </a:xfrm>
          <a:prstGeom prst="rect">
            <a:avLst/>
          </a:prstGeom>
        </p:spPr>
      </p:pic>
    </p:spTree>
    <p:extLst>
      <p:ext uri="{BB962C8B-B14F-4D97-AF65-F5344CB8AC3E}">
        <p14:creationId xmlns:p14="http://schemas.microsoft.com/office/powerpoint/2010/main" val="24263198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Rock On">
    <p:bg>
      <p:bgPr>
        <a:solidFill>
          <a:schemeClr val="accent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B503A21-1AF4-6F48-BDB2-158FB10C42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58882" y="1535400"/>
            <a:ext cx="3787200" cy="3787200"/>
          </a:xfrm>
          <a:prstGeom prst="rect">
            <a:avLst/>
          </a:prstGeom>
        </p:spPr>
      </p:pic>
      <p:sp>
        <p:nvSpPr>
          <p:cNvPr id="2" name="Title 1">
            <a:extLst>
              <a:ext uri="{FF2B5EF4-FFF2-40B4-BE49-F238E27FC236}">
                <a16:creationId xmlns:a16="http://schemas.microsoft.com/office/drawing/2014/main" id="{7BD9FA1A-4C34-BB4F-9648-C93785374ECA}"/>
              </a:ext>
            </a:extLst>
          </p:cNvPr>
          <p:cNvSpPr>
            <a:spLocks noGrp="1"/>
          </p:cNvSpPr>
          <p:nvPr>
            <p:ph type="ctrTitle" hasCustomPrompt="1"/>
          </p:nvPr>
        </p:nvSpPr>
        <p:spPr>
          <a:xfrm>
            <a:off x="1080000" y="1895605"/>
            <a:ext cx="5278882" cy="3066790"/>
          </a:xfrm>
          <a:prstGeom prst="rect">
            <a:avLst/>
          </a:prstGeom>
        </p:spPr>
        <p:txBody>
          <a:bodyPr anchor="ctr"/>
          <a:lstStyle>
            <a:lvl1pPr algn="l">
              <a:defRPr sz="8000"/>
            </a:lvl1pPr>
          </a:lstStyle>
          <a:p>
            <a:r>
              <a:rPr lang="en-GB"/>
              <a:t>Place your title here</a:t>
            </a:r>
          </a:p>
        </p:txBody>
      </p:sp>
      <p:pic>
        <p:nvPicPr>
          <p:cNvPr id="7" name="Picture 6">
            <a:extLst>
              <a:ext uri="{FF2B5EF4-FFF2-40B4-BE49-F238E27FC236}">
                <a16:creationId xmlns:a16="http://schemas.microsoft.com/office/drawing/2014/main" id="{706741DD-C7FE-954F-A604-F07CAB61DDD1}"/>
              </a:ext>
            </a:extLst>
          </p:cNvPr>
          <p:cNvPicPr>
            <a:picLocks noChangeAspect="1"/>
          </p:cNvPicPr>
          <p:nvPr userDrawn="1"/>
        </p:nvPicPr>
        <p:blipFill>
          <a:blip r:embed="rId4"/>
          <a:stretch>
            <a:fillRect/>
          </a:stretch>
        </p:blipFill>
        <p:spPr>
          <a:xfrm>
            <a:off x="9459290" y="932293"/>
            <a:ext cx="2273300" cy="508000"/>
          </a:xfrm>
          <a:prstGeom prst="rect">
            <a:avLst/>
          </a:prstGeom>
        </p:spPr>
      </p:pic>
      <p:sp>
        <p:nvSpPr>
          <p:cNvPr id="4" name="Footer Placeholder 4">
            <a:extLst>
              <a:ext uri="{FF2B5EF4-FFF2-40B4-BE49-F238E27FC236}">
                <a16:creationId xmlns:a16="http://schemas.microsoft.com/office/drawing/2014/main" id="{86502A1C-82AC-A741-A968-07D8FF93E541}"/>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Tree>
    <p:extLst>
      <p:ext uri="{BB962C8B-B14F-4D97-AF65-F5344CB8AC3E}">
        <p14:creationId xmlns:p14="http://schemas.microsoft.com/office/powerpoint/2010/main" val="1770027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 Rock On">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994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Rock On">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76424F-D792-024F-862A-BA84FB13989E}"/>
              </a:ext>
            </a:extLst>
          </p:cNvPr>
          <p:cNvPicPr>
            <a:picLocks noChangeAspect="1"/>
          </p:cNvPicPr>
          <p:nvPr userDrawn="1"/>
        </p:nvPicPr>
        <p:blipFill>
          <a:blip r:embed="rId2"/>
          <a:stretch>
            <a:fillRect/>
          </a:stretch>
        </p:blipFill>
        <p:spPr>
          <a:xfrm>
            <a:off x="10999515" y="390305"/>
            <a:ext cx="850900" cy="190500"/>
          </a:xfrm>
          <a:prstGeom prst="rect">
            <a:avLst/>
          </a:prstGeom>
        </p:spPr>
      </p:pic>
    </p:spTree>
    <p:extLst>
      <p:ext uri="{BB962C8B-B14F-4D97-AF65-F5344CB8AC3E}">
        <p14:creationId xmlns:p14="http://schemas.microsoft.com/office/powerpoint/2010/main" val="3729094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 Rock On">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607534-7D20-3040-AE5F-7962E76B1C0B}"/>
              </a:ext>
            </a:extLst>
          </p:cNvPr>
          <p:cNvPicPr>
            <a:picLocks noChangeAspect="1"/>
          </p:cNvPicPr>
          <p:nvPr userDrawn="1"/>
        </p:nvPicPr>
        <p:blipFill>
          <a:blip r:embed="rId2"/>
          <a:stretch>
            <a:fillRect/>
          </a:stretch>
        </p:blipFill>
        <p:spPr>
          <a:xfrm>
            <a:off x="9583315" y="374722"/>
            <a:ext cx="2273300" cy="508000"/>
          </a:xfrm>
          <a:prstGeom prst="rect">
            <a:avLst/>
          </a:prstGeom>
        </p:spPr>
      </p:pic>
    </p:spTree>
    <p:extLst>
      <p:ext uri="{BB962C8B-B14F-4D97-AF65-F5344CB8AC3E}">
        <p14:creationId xmlns:p14="http://schemas.microsoft.com/office/powerpoint/2010/main" val="17240840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 Hand 1 Teal">
    <p:bg>
      <p:bgPr>
        <a:solidFill>
          <a:schemeClr val="accent1"/>
        </a:solidFill>
        <a:effectLst/>
      </p:bgPr>
    </p:bg>
    <p:spTree>
      <p:nvGrpSpPr>
        <p:cNvPr id="1" name=""/>
        <p:cNvGrpSpPr/>
        <p:nvPr/>
      </p:nvGrpSpPr>
      <p:grpSpPr>
        <a:xfrm>
          <a:off x="0" y="0"/>
          <a:ext cx="0" cy="0"/>
          <a:chOff x="0" y="0"/>
          <a:chExt cx="0" cy="0"/>
        </a:xfrm>
      </p:grpSpPr>
      <p:pic>
        <p:nvPicPr>
          <p:cNvPr id="42" name="Graphic 41">
            <a:extLst>
              <a:ext uri="{FF2B5EF4-FFF2-40B4-BE49-F238E27FC236}">
                <a16:creationId xmlns:a16="http://schemas.microsoft.com/office/drawing/2014/main" id="{4F6803F2-210F-3A4F-B795-E0B4685FFD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8411" y="1512401"/>
            <a:ext cx="3781778" cy="3781778"/>
          </a:xfrm>
          <a:prstGeom prst="rect">
            <a:avLst/>
          </a:prstGeom>
        </p:spPr>
      </p:pic>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1ECF76ED-7736-6D4F-937A-7E771C9A9E94}"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1" dirty="0" smtClean="0">
                <a:solidFill>
                  <a:schemeClr val="accent2"/>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3" name="Picture 12">
            <a:extLst>
              <a:ext uri="{FF2B5EF4-FFF2-40B4-BE49-F238E27FC236}">
                <a16:creationId xmlns:a16="http://schemas.microsoft.com/office/drawing/2014/main" id="{DF556826-F47B-F441-B278-C0405C58FC72}"/>
              </a:ext>
            </a:extLst>
          </p:cNvPr>
          <p:cNvPicPr>
            <a:picLocks noChangeAspect="1"/>
          </p:cNvPicPr>
          <p:nvPr userDrawn="1"/>
        </p:nvPicPr>
        <p:blipFill>
          <a:blip r:embed="rId4"/>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17426082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 Hand 2 Teal">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FB43F03-5D91-8B4B-83A7-B85F254BC381}"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1" dirty="0" smtClean="0">
                <a:solidFill>
                  <a:schemeClr val="accent2"/>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2" name="Picture 11">
            <a:extLst>
              <a:ext uri="{FF2B5EF4-FFF2-40B4-BE49-F238E27FC236}">
                <a16:creationId xmlns:a16="http://schemas.microsoft.com/office/drawing/2014/main" id="{9DE0376C-9BE2-724B-8935-C20E0CF7EC3D}"/>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6E5A1132-3EB8-A849-98F8-5F306B2E6D6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18329308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 Hand 3 Teal">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5B357300-956C-C046-8142-9A2443B54D8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2"/>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2" name="Picture 11">
            <a:extLst>
              <a:ext uri="{FF2B5EF4-FFF2-40B4-BE49-F238E27FC236}">
                <a16:creationId xmlns:a16="http://schemas.microsoft.com/office/drawing/2014/main" id="{6A1801B6-C294-A942-92B5-4130FFF5F439}"/>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0A699925-974F-D64C-9AF9-CDE692839ED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6134020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 Hand 4 Teal">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5B357300-956C-C046-8142-9A2443B54D8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2"/>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2" name="Picture 11">
            <a:extLst>
              <a:ext uri="{FF2B5EF4-FFF2-40B4-BE49-F238E27FC236}">
                <a16:creationId xmlns:a16="http://schemas.microsoft.com/office/drawing/2014/main" id="{6A1801B6-C294-A942-92B5-4130FFF5F439}"/>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0C66F799-A66B-624F-A217-045BCF832F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567349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 Hand 5 Teal">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5B357300-956C-C046-8142-9A2443B54D8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2"/>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2" name="Picture 11">
            <a:extLst>
              <a:ext uri="{FF2B5EF4-FFF2-40B4-BE49-F238E27FC236}">
                <a16:creationId xmlns:a16="http://schemas.microsoft.com/office/drawing/2014/main" id="{6A1801B6-C294-A942-92B5-4130FFF5F439}"/>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024A719A-D30B-4D44-A2F8-EDD3F29BC1B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3729268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Teal">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265F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981C33D4-DFDE-5B49-B337-F015EF2388FA}"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126912" y="1845683"/>
            <a:ext cx="3934800" cy="360000"/>
          </a:xfrm>
        </p:spPr>
        <p:txBody>
          <a:bodyPr vert="horz" lIns="0" tIns="0" rIns="0" bIns="0" rtlCol="0" anchor="t">
            <a:noAutofit/>
          </a:bodyPr>
          <a:lstStyle>
            <a:lvl1pPr marL="0" indent="0" algn="ctr">
              <a:buFont typeface="Arial" panose="020B0604020202020204" pitchFamily="34" charset="0"/>
              <a:buNone/>
              <a:defRPr lang="en-GB" sz="2400" b="0" i="0" dirty="0" smtClean="0">
                <a:solidFill>
                  <a:schemeClr val="accent2"/>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2288875" y="2385683"/>
            <a:ext cx="7614250" cy="2086634"/>
          </a:xfrm>
          <a:prstGeom prst="rect">
            <a:avLst/>
          </a:prstGeom>
        </p:spPr>
        <p:txBody>
          <a:bodyPr anchor="t"/>
          <a:lstStyle>
            <a:lvl1pPr algn="ctr">
              <a:defRPr sz="7200"/>
            </a:lvl1pPr>
          </a:lstStyle>
          <a:p>
            <a:r>
              <a:rPr lang="en-GB"/>
              <a:t>Place section title here</a:t>
            </a:r>
          </a:p>
        </p:txBody>
      </p:sp>
      <p:sp>
        <p:nvSpPr>
          <p:cNvPr id="16" name="Oval 15">
            <a:extLst>
              <a:ext uri="{FF2B5EF4-FFF2-40B4-BE49-F238E27FC236}">
                <a16:creationId xmlns:a16="http://schemas.microsoft.com/office/drawing/2014/main" id="{5993FC69-287A-764A-B5CD-159DB8EEB51C}"/>
              </a:ext>
            </a:extLst>
          </p:cNvPr>
          <p:cNvSpPr/>
          <p:nvPr userDrawn="1"/>
        </p:nvSpPr>
        <p:spPr>
          <a:xfrm>
            <a:off x="2836762" y="5371600"/>
            <a:ext cx="6515100" cy="40640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pic>
        <p:nvPicPr>
          <p:cNvPr id="17" name="Picture 16">
            <a:extLst>
              <a:ext uri="{FF2B5EF4-FFF2-40B4-BE49-F238E27FC236}">
                <a16:creationId xmlns:a16="http://schemas.microsoft.com/office/drawing/2014/main" id="{666DFB49-E8F0-BB43-9545-721AFFD16FFC}"/>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35989115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Title Teal">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265F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pic>
        <p:nvPicPr>
          <p:cNvPr id="17" name="Picture 16">
            <a:extLst>
              <a:ext uri="{FF2B5EF4-FFF2-40B4-BE49-F238E27FC236}">
                <a16:creationId xmlns:a16="http://schemas.microsoft.com/office/drawing/2014/main" id="{666DFB49-E8F0-BB43-9545-721AFFD16FFC}"/>
              </a:ext>
            </a:extLst>
          </p:cNvPr>
          <p:cNvPicPr>
            <a:picLocks noChangeAspect="1"/>
          </p:cNvPicPr>
          <p:nvPr userDrawn="1"/>
        </p:nvPicPr>
        <p:blipFill>
          <a:blip r:embed="rId2"/>
          <a:stretch>
            <a:fillRect/>
          </a:stretch>
        </p:blipFill>
        <p:spPr>
          <a:xfrm>
            <a:off x="10999515" y="390305"/>
            <a:ext cx="850900" cy="190500"/>
          </a:xfrm>
          <a:prstGeom prst="rect">
            <a:avLst/>
          </a:prstGeom>
        </p:spPr>
      </p:pic>
    </p:spTree>
    <p:extLst>
      <p:ext uri="{BB962C8B-B14F-4D97-AF65-F5344CB8AC3E}">
        <p14:creationId xmlns:p14="http://schemas.microsoft.com/office/powerpoint/2010/main" val="1137658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ubsection Title Teal 2">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BFD1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pic>
        <p:nvPicPr>
          <p:cNvPr id="15" name="Picture 14">
            <a:extLst>
              <a:ext uri="{FF2B5EF4-FFF2-40B4-BE49-F238E27FC236}">
                <a16:creationId xmlns:a16="http://schemas.microsoft.com/office/drawing/2014/main" id="{ACF37FDD-02AA-9A47-8D15-3714DF8F1C3D}"/>
              </a:ext>
            </a:extLst>
          </p:cNvPr>
          <p:cNvPicPr>
            <a:picLocks noChangeAspect="1"/>
          </p:cNvPicPr>
          <p:nvPr userDrawn="1"/>
        </p:nvPicPr>
        <p:blipFill>
          <a:blip r:embed="rId2"/>
          <a:stretch>
            <a:fillRect/>
          </a:stretch>
        </p:blipFill>
        <p:spPr>
          <a:xfrm>
            <a:off x="10999516" y="390301"/>
            <a:ext cx="849600" cy="191639"/>
          </a:xfrm>
          <a:prstGeom prst="rect">
            <a:avLst/>
          </a:prstGeom>
        </p:spPr>
      </p:pic>
    </p:spTree>
    <p:extLst>
      <p:ext uri="{BB962C8B-B14F-4D97-AF65-F5344CB8AC3E}">
        <p14:creationId xmlns:p14="http://schemas.microsoft.com/office/powerpoint/2010/main" val="24809783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Subsection Title Teal 2">
    <p:bg>
      <p:bgPr>
        <a:solidFill>
          <a:schemeClr val="tx1"/>
        </a:solidFill>
        <a:effectLst/>
      </p:bgPr>
    </p:bg>
    <p:spTree>
      <p:nvGrpSpPr>
        <p:cNvPr id="1" name=""/>
        <p:cNvGrpSpPr/>
        <p:nvPr/>
      </p:nvGrpSpPr>
      <p:grpSpPr>
        <a:xfrm>
          <a:off x="0" y="0"/>
          <a:ext cx="0" cy="0"/>
          <a:chOff x="0" y="0"/>
          <a:chExt cx="0" cy="0"/>
        </a:xfrm>
      </p:grpSpPr>
      <p:sp>
        <p:nvSpPr>
          <p:cNvPr id="26" name="Picture Placeholder 24">
            <a:extLst>
              <a:ext uri="{FF2B5EF4-FFF2-40B4-BE49-F238E27FC236}">
                <a16:creationId xmlns:a16="http://schemas.microsoft.com/office/drawing/2014/main" id="{595310C9-CA97-C740-B965-22ABD2C3A457}"/>
              </a:ext>
            </a:extLst>
          </p:cNvPr>
          <p:cNvSpPr>
            <a:spLocks noGrp="1"/>
          </p:cNvSpPr>
          <p:nvPr>
            <p:ph type="pic" sz="quarter" idx="11"/>
          </p:nvPr>
        </p:nvSpPr>
        <p:spPr>
          <a:xfrm>
            <a:off x="3597847" y="1966913"/>
            <a:ext cx="2384425" cy="3333750"/>
          </a:xfrm>
          <a:prstGeom prst="roundRect">
            <a:avLst>
              <a:gd name="adj" fmla="val 9381"/>
            </a:avLst>
          </a:prstGeom>
          <a:ln>
            <a:noFill/>
          </a:ln>
        </p:spPr>
        <p:txBody>
          <a:bodyPr/>
          <a:lstStyle/>
          <a:p>
            <a:endParaRPr lang="en-US"/>
          </a:p>
        </p:txBody>
      </p:sp>
      <p:sp>
        <p:nvSpPr>
          <p:cNvPr id="27" name="Picture Placeholder 24">
            <a:extLst>
              <a:ext uri="{FF2B5EF4-FFF2-40B4-BE49-F238E27FC236}">
                <a16:creationId xmlns:a16="http://schemas.microsoft.com/office/drawing/2014/main" id="{465840C1-4CC6-8740-91B6-236374475F61}"/>
              </a:ext>
            </a:extLst>
          </p:cNvPr>
          <p:cNvSpPr>
            <a:spLocks noGrp="1"/>
          </p:cNvSpPr>
          <p:nvPr>
            <p:ph type="pic" sz="quarter" idx="12"/>
          </p:nvPr>
        </p:nvSpPr>
        <p:spPr>
          <a:xfrm>
            <a:off x="6194743" y="1966913"/>
            <a:ext cx="2384425" cy="3333750"/>
          </a:xfrm>
          <a:prstGeom prst="roundRect">
            <a:avLst>
              <a:gd name="adj" fmla="val 9381"/>
            </a:avLst>
          </a:prstGeom>
          <a:ln>
            <a:noFill/>
          </a:ln>
        </p:spPr>
        <p:txBody>
          <a:bodyPr/>
          <a:lstStyle/>
          <a:p>
            <a:endParaRPr lang="en-US"/>
          </a:p>
        </p:txBody>
      </p:sp>
      <p:sp>
        <p:nvSpPr>
          <p:cNvPr id="28" name="Picture Placeholder 24">
            <a:extLst>
              <a:ext uri="{FF2B5EF4-FFF2-40B4-BE49-F238E27FC236}">
                <a16:creationId xmlns:a16="http://schemas.microsoft.com/office/drawing/2014/main" id="{003ECEAE-82E6-4B44-A573-127C647FA611}"/>
              </a:ext>
            </a:extLst>
          </p:cNvPr>
          <p:cNvSpPr>
            <a:spLocks noGrp="1"/>
          </p:cNvSpPr>
          <p:nvPr>
            <p:ph type="pic" sz="quarter" idx="13"/>
          </p:nvPr>
        </p:nvSpPr>
        <p:spPr>
          <a:xfrm>
            <a:off x="8809927" y="1966913"/>
            <a:ext cx="2384425" cy="3333750"/>
          </a:xfrm>
          <a:prstGeom prst="roundRect">
            <a:avLst>
              <a:gd name="adj" fmla="val 9381"/>
            </a:avLst>
          </a:prstGeom>
          <a:ln>
            <a:noFill/>
          </a:ln>
        </p:spPr>
        <p:txBody>
          <a:bodyPr/>
          <a:lstStyle/>
          <a:p>
            <a:endParaRPr lang="en-US"/>
          </a:p>
        </p:txBody>
      </p:sp>
      <p:sp>
        <p:nvSpPr>
          <p:cNvPr id="25" name="Picture Placeholder 24">
            <a:extLst>
              <a:ext uri="{FF2B5EF4-FFF2-40B4-BE49-F238E27FC236}">
                <a16:creationId xmlns:a16="http://schemas.microsoft.com/office/drawing/2014/main" id="{FB1EEE1A-BECD-A249-85EF-C28BDED8C58A}"/>
              </a:ext>
            </a:extLst>
          </p:cNvPr>
          <p:cNvSpPr>
            <a:spLocks noGrp="1"/>
          </p:cNvSpPr>
          <p:nvPr>
            <p:ph type="pic" sz="quarter" idx="10"/>
          </p:nvPr>
        </p:nvSpPr>
        <p:spPr>
          <a:xfrm>
            <a:off x="982663" y="1966913"/>
            <a:ext cx="2384425" cy="3333750"/>
          </a:xfrm>
          <a:prstGeom prst="roundRect">
            <a:avLst>
              <a:gd name="adj" fmla="val 9381"/>
            </a:avLst>
          </a:prstGeom>
          <a:ln>
            <a:noFill/>
          </a:ln>
        </p:spPr>
        <p:txBody>
          <a:bodyPr/>
          <a:lstStyle/>
          <a:p>
            <a:endParaRPr lang="en-US"/>
          </a:p>
        </p:txBody>
      </p:sp>
    </p:spTree>
    <p:extLst>
      <p:ext uri="{BB962C8B-B14F-4D97-AF65-F5344CB8AC3E}">
        <p14:creationId xmlns:p14="http://schemas.microsoft.com/office/powerpoint/2010/main" val="1980931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Subsection Title Teal 2">
    <p:bg>
      <p:bgPr>
        <a:solidFill>
          <a:schemeClr val="tx1"/>
        </a:solidFill>
        <a:effectLst/>
      </p:bgPr>
    </p:bg>
    <p:spTree>
      <p:nvGrpSpPr>
        <p:cNvPr id="1" name=""/>
        <p:cNvGrpSpPr/>
        <p:nvPr/>
      </p:nvGrpSpPr>
      <p:grpSpPr>
        <a:xfrm>
          <a:off x="0" y="0"/>
          <a:ext cx="0" cy="0"/>
          <a:chOff x="0" y="0"/>
          <a:chExt cx="0" cy="0"/>
        </a:xfrm>
      </p:grpSpPr>
      <p:sp>
        <p:nvSpPr>
          <p:cNvPr id="26" name="Picture Placeholder 24">
            <a:extLst>
              <a:ext uri="{FF2B5EF4-FFF2-40B4-BE49-F238E27FC236}">
                <a16:creationId xmlns:a16="http://schemas.microsoft.com/office/drawing/2014/main" id="{595310C9-CA97-C740-B965-22ABD2C3A457}"/>
              </a:ext>
            </a:extLst>
          </p:cNvPr>
          <p:cNvSpPr>
            <a:spLocks noGrp="1"/>
          </p:cNvSpPr>
          <p:nvPr>
            <p:ph type="pic" sz="quarter" idx="11"/>
          </p:nvPr>
        </p:nvSpPr>
        <p:spPr>
          <a:xfrm>
            <a:off x="4903787" y="1966913"/>
            <a:ext cx="2384425" cy="3333750"/>
          </a:xfrm>
          <a:prstGeom prst="roundRect">
            <a:avLst>
              <a:gd name="adj" fmla="val 9381"/>
            </a:avLst>
          </a:prstGeom>
          <a:ln>
            <a:noFill/>
          </a:ln>
        </p:spPr>
        <p:txBody>
          <a:bodyPr/>
          <a:lstStyle/>
          <a:p>
            <a:endParaRPr lang="en-US"/>
          </a:p>
        </p:txBody>
      </p:sp>
      <p:sp>
        <p:nvSpPr>
          <p:cNvPr id="27" name="Picture Placeholder 24">
            <a:extLst>
              <a:ext uri="{FF2B5EF4-FFF2-40B4-BE49-F238E27FC236}">
                <a16:creationId xmlns:a16="http://schemas.microsoft.com/office/drawing/2014/main" id="{465840C1-4CC6-8740-91B6-236374475F61}"/>
              </a:ext>
            </a:extLst>
          </p:cNvPr>
          <p:cNvSpPr>
            <a:spLocks noGrp="1"/>
          </p:cNvSpPr>
          <p:nvPr>
            <p:ph type="pic" sz="quarter" idx="12"/>
          </p:nvPr>
        </p:nvSpPr>
        <p:spPr>
          <a:xfrm>
            <a:off x="7500683" y="1966913"/>
            <a:ext cx="2384425" cy="3333750"/>
          </a:xfrm>
          <a:prstGeom prst="roundRect">
            <a:avLst>
              <a:gd name="adj" fmla="val 9381"/>
            </a:avLst>
          </a:prstGeom>
          <a:ln>
            <a:noFill/>
          </a:ln>
        </p:spPr>
        <p:txBody>
          <a:bodyPr/>
          <a:lstStyle/>
          <a:p>
            <a:endParaRPr lang="en-US"/>
          </a:p>
        </p:txBody>
      </p:sp>
      <p:sp>
        <p:nvSpPr>
          <p:cNvPr id="25" name="Picture Placeholder 24">
            <a:extLst>
              <a:ext uri="{FF2B5EF4-FFF2-40B4-BE49-F238E27FC236}">
                <a16:creationId xmlns:a16="http://schemas.microsoft.com/office/drawing/2014/main" id="{FB1EEE1A-BECD-A249-85EF-C28BDED8C58A}"/>
              </a:ext>
            </a:extLst>
          </p:cNvPr>
          <p:cNvSpPr>
            <a:spLocks noGrp="1"/>
          </p:cNvSpPr>
          <p:nvPr>
            <p:ph type="pic" sz="quarter" idx="10"/>
          </p:nvPr>
        </p:nvSpPr>
        <p:spPr>
          <a:xfrm>
            <a:off x="2288603" y="1966913"/>
            <a:ext cx="2384425" cy="3333750"/>
          </a:xfrm>
          <a:prstGeom prst="roundRect">
            <a:avLst>
              <a:gd name="adj" fmla="val 9381"/>
            </a:avLst>
          </a:prstGeom>
          <a:ln>
            <a:noFill/>
          </a:ln>
        </p:spPr>
        <p:txBody>
          <a:bodyPr/>
          <a:lstStyle/>
          <a:p>
            <a:endParaRPr lang="en-US"/>
          </a:p>
        </p:txBody>
      </p:sp>
    </p:spTree>
    <p:extLst>
      <p:ext uri="{BB962C8B-B14F-4D97-AF65-F5344CB8AC3E}">
        <p14:creationId xmlns:p14="http://schemas.microsoft.com/office/powerpoint/2010/main" val="36643985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Subsection Title Teal 2">
    <p:bg>
      <p:bgPr>
        <a:solidFill>
          <a:schemeClr val="tx1"/>
        </a:solidFill>
        <a:effectLst/>
      </p:bgPr>
    </p:bg>
    <p:spTree>
      <p:nvGrpSpPr>
        <p:cNvPr id="1" name=""/>
        <p:cNvGrpSpPr/>
        <p:nvPr/>
      </p:nvGrpSpPr>
      <p:grpSpPr>
        <a:xfrm>
          <a:off x="0" y="0"/>
          <a:ext cx="0" cy="0"/>
          <a:chOff x="0" y="0"/>
          <a:chExt cx="0" cy="0"/>
        </a:xfrm>
      </p:grpSpPr>
      <p:sp>
        <p:nvSpPr>
          <p:cNvPr id="26" name="Picture Placeholder 24">
            <a:extLst>
              <a:ext uri="{FF2B5EF4-FFF2-40B4-BE49-F238E27FC236}">
                <a16:creationId xmlns:a16="http://schemas.microsoft.com/office/drawing/2014/main" id="{595310C9-CA97-C740-B965-22ABD2C3A457}"/>
              </a:ext>
            </a:extLst>
          </p:cNvPr>
          <p:cNvSpPr>
            <a:spLocks noGrp="1"/>
          </p:cNvSpPr>
          <p:nvPr>
            <p:ph type="pic" sz="quarter" idx="11"/>
          </p:nvPr>
        </p:nvSpPr>
        <p:spPr>
          <a:xfrm>
            <a:off x="3306215" y="1762125"/>
            <a:ext cx="2384425" cy="3333750"/>
          </a:xfrm>
          <a:prstGeom prst="roundRect">
            <a:avLst>
              <a:gd name="adj" fmla="val 9381"/>
            </a:avLst>
          </a:prstGeom>
          <a:ln>
            <a:noFill/>
          </a:ln>
        </p:spPr>
        <p:txBody>
          <a:bodyPr/>
          <a:lstStyle/>
          <a:p>
            <a:endParaRPr lang="en-US"/>
          </a:p>
        </p:txBody>
      </p:sp>
      <p:sp>
        <p:nvSpPr>
          <p:cNvPr id="25" name="Picture Placeholder 24">
            <a:extLst>
              <a:ext uri="{FF2B5EF4-FFF2-40B4-BE49-F238E27FC236}">
                <a16:creationId xmlns:a16="http://schemas.microsoft.com/office/drawing/2014/main" id="{FB1EEE1A-BECD-A249-85EF-C28BDED8C58A}"/>
              </a:ext>
            </a:extLst>
          </p:cNvPr>
          <p:cNvSpPr>
            <a:spLocks noGrp="1"/>
          </p:cNvSpPr>
          <p:nvPr>
            <p:ph type="pic" sz="quarter" idx="10"/>
          </p:nvPr>
        </p:nvSpPr>
        <p:spPr>
          <a:xfrm>
            <a:off x="691031" y="1762125"/>
            <a:ext cx="2384425" cy="3333750"/>
          </a:xfrm>
          <a:prstGeom prst="roundRect">
            <a:avLst>
              <a:gd name="adj" fmla="val 9381"/>
            </a:avLst>
          </a:prstGeom>
          <a:ln>
            <a:noFill/>
          </a:ln>
        </p:spPr>
        <p:txBody>
          <a:bodyPr/>
          <a:lstStyle/>
          <a:p>
            <a:endParaRPr lang="en-US"/>
          </a:p>
        </p:txBody>
      </p:sp>
    </p:spTree>
    <p:extLst>
      <p:ext uri="{BB962C8B-B14F-4D97-AF65-F5344CB8AC3E}">
        <p14:creationId xmlns:p14="http://schemas.microsoft.com/office/powerpoint/2010/main" val="40421475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Subsection Title Teal 2">
    <p:bg>
      <p:bgPr>
        <a:solidFill>
          <a:schemeClr val="tx1"/>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FB1EEE1A-BECD-A249-85EF-C28BDED8C58A}"/>
              </a:ext>
            </a:extLst>
          </p:cNvPr>
          <p:cNvSpPr>
            <a:spLocks noGrp="1"/>
          </p:cNvSpPr>
          <p:nvPr>
            <p:ph type="pic" sz="quarter" idx="10"/>
          </p:nvPr>
        </p:nvSpPr>
        <p:spPr>
          <a:xfrm>
            <a:off x="2341155" y="1762125"/>
            <a:ext cx="2384425" cy="3333750"/>
          </a:xfrm>
          <a:prstGeom prst="roundRect">
            <a:avLst>
              <a:gd name="adj" fmla="val 9381"/>
            </a:avLst>
          </a:prstGeom>
          <a:ln>
            <a:noFill/>
          </a:ln>
        </p:spPr>
        <p:txBody>
          <a:bodyPr/>
          <a:lstStyle/>
          <a:p>
            <a:endParaRPr lang="en-US"/>
          </a:p>
        </p:txBody>
      </p:sp>
    </p:spTree>
    <p:extLst>
      <p:ext uri="{BB962C8B-B14F-4D97-AF65-F5344CB8AC3E}">
        <p14:creationId xmlns:p14="http://schemas.microsoft.com/office/powerpoint/2010/main" val="2535638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Subsection Title Teal 2">
    <p:bg>
      <p:bgPr>
        <a:solidFill>
          <a:schemeClr val="tx1"/>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FB1EEE1A-BECD-A249-85EF-C28BDED8C58A}"/>
              </a:ext>
            </a:extLst>
          </p:cNvPr>
          <p:cNvSpPr>
            <a:spLocks noGrp="1"/>
          </p:cNvSpPr>
          <p:nvPr>
            <p:ph type="pic" sz="quarter" idx="10"/>
          </p:nvPr>
        </p:nvSpPr>
        <p:spPr>
          <a:xfrm>
            <a:off x="5082629" y="1209526"/>
            <a:ext cx="2891970" cy="4043367"/>
          </a:xfrm>
          <a:prstGeom prst="roundRect">
            <a:avLst>
              <a:gd name="adj" fmla="val 9381"/>
            </a:avLst>
          </a:prstGeom>
          <a:ln w="28575">
            <a:solidFill>
              <a:schemeClr val="accent2"/>
            </a:solidFill>
          </a:ln>
        </p:spPr>
        <p:txBody>
          <a:bodyPr/>
          <a:lstStyle/>
          <a:p>
            <a:endParaRPr lang="en-US"/>
          </a:p>
        </p:txBody>
      </p:sp>
      <p:sp>
        <p:nvSpPr>
          <p:cNvPr id="13" name="Picture Placeholder 24">
            <a:extLst>
              <a:ext uri="{FF2B5EF4-FFF2-40B4-BE49-F238E27FC236}">
                <a16:creationId xmlns:a16="http://schemas.microsoft.com/office/drawing/2014/main" id="{AAD336DC-3EBA-BB47-B714-05C2133F8BCE}"/>
              </a:ext>
            </a:extLst>
          </p:cNvPr>
          <p:cNvSpPr>
            <a:spLocks noGrp="1"/>
          </p:cNvSpPr>
          <p:nvPr>
            <p:ph type="pic" sz="quarter" idx="11"/>
          </p:nvPr>
        </p:nvSpPr>
        <p:spPr>
          <a:xfrm>
            <a:off x="8283029" y="1209526"/>
            <a:ext cx="2891970" cy="4043367"/>
          </a:xfrm>
          <a:prstGeom prst="roundRect">
            <a:avLst>
              <a:gd name="adj" fmla="val 9381"/>
            </a:avLst>
          </a:prstGeom>
          <a:ln w="28575">
            <a:solidFill>
              <a:schemeClr val="accent1"/>
            </a:solidFill>
          </a:ln>
        </p:spPr>
        <p:txBody>
          <a:bodyPr/>
          <a:lstStyle/>
          <a:p>
            <a:endParaRPr lang="en-US"/>
          </a:p>
        </p:txBody>
      </p:sp>
    </p:spTree>
    <p:extLst>
      <p:ext uri="{BB962C8B-B14F-4D97-AF65-F5344CB8AC3E}">
        <p14:creationId xmlns:p14="http://schemas.microsoft.com/office/powerpoint/2010/main" val="992663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Subsection Title Teal 2">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98383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Subsection Title Teal 2">
    <p:bg>
      <p:bgPr>
        <a:solidFill>
          <a:schemeClr val="accent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Tree>
    <p:extLst>
      <p:ext uri="{BB962C8B-B14F-4D97-AF65-F5344CB8AC3E}">
        <p14:creationId xmlns:p14="http://schemas.microsoft.com/office/powerpoint/2010/main" val="14597877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Subsection Title Teal 2">
    <p:bg>
      <p:bgPr>
        <a:solidFill>
          <a:schemeClr val="bg1">
            <a:lumMod val="60000"/>
            <a:lumOff val="4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Tree>
    <p:extLst>
      <p:ext uri="{BB962C8B-B14F-4D97-AF65-F5344CB8AC3E}">
        <p14:creationId xmlns:p14="http://schemas.microsoft.com/office/powerpoint/2010/main" val="33645827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Subsection Title Teal 2">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BFD1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pic>
        <p:nvPicPr>
          <p:cNvPr id="14" name="Picture 13">
            <a:extLst>
              <a:ext uri="{FF2B5EF4-FFF2-40B4-BE49-F238E27FC236}">
                <a16:creationId xmlns:a16="http://schemas.microsoft.com/office/drawing/2014/main" id="{1045DCB0-7296-D145-99E2-1C3CAA83E996}"/>
              </a:ext>
            </a:extLst>
          </p:cNvPr>
          <p:cNvPicPr>
            <a:picLocks noChangeAspect="1"/>
          </p:cNvPicPr>
          <p:nvPr userDrawn="1"/>
        </p:nvPicPr>
        <p:blipFill>
          <a:blip r:embed="rId2"/>
          <a:stretch>
            <a:fillRect/>
          </a:stretch>
        </p:blipFill>
        <p:spPr>
          <a:xfrm>
            <a:off x="10999516" y="390301"/>
            <a:ext cx="849600" cy="191639"/>
          </a:xfrm>
          <a:prstGeom prst="rect">
            <a:avLst/>
          </a:prstGeom>
        </p:spPr>
      </p:pic>
    </p:spTree>
    <p:extLst>
      <p:ext uri="{BB962C8B-B14F-4D97-AF65-F5344CB8AC3E}">
        <p14:creationId xmlns:p14="http://schemas.microsoft.com/office/powerpoint/2010/main" val="23570182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ubsection Title Teal 2">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BFD1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Tree>
    <p:extLst>
      <p:ext uri="{BB962C8B-B14F-4D97-AF65-F5344CB8AC3E}">
        <p14:creationId xmlns:p14="http://schemas.microsoft.com/office/powerpoint/2010/main" val="3547629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bsection Title Teal 1">
    <p:bg>
      <p:bgPr>
        <a:solidFill>
          <a:srgbClr val="4D7B8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7398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A30EA91B-8CBF-2040-90A5-AF67C4414FB0}"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2288875" y="1845683"/>
            <a:ext cx="7614250" cy="2626634"/>
          </a:xfrm>
          <a:prstGeom prst="rect">
            <a:avLst/>
          </a:prstGeom>
        </p:spPr>
        <p:txBody>
          <a:bodyPr anchor="t"/>
          <a:lstStyle>
            <a:lvl1pPr algn="ctr">
              <a:defRPr sz="5400"/>
            </a:lvl1pPr>
          </a:lstStyle>
          <a:p>
            <a:r>
              <a:rPr lang="en-GB"/>
              <a:t>Place subsection title here</a:t>
            </a:r>
          </a:p>
        </p:txBody>
      </p:sp>
      <p:sp>
        <p:nvSpPr>
          <p:cNvPr id="16" name="Oval 15">
            <a:extLst>
              <a:ext uri="{FF2B5EF4-FFF2-40B4-BE49-F238E27FC236}">
                <a16:creationId xmlns:a16="http://schemas.microsoft.com/office/drawing/2014/main" id="{5993FC69-287A-764A-B5CD-159DB8EEB51C}"/>
              </a:ext>
            </a:extLst>
          </p:cNvPr>
          <p:cNvSpPr/>
          <p:nvPr userDrawn="1"/>
        </p:nvSpPr>
        <p:spPr>
          <a:xfrm>
            <a:off x="2836762" y="5371600"/>
            <a:ext cx="6515100" cy="406400"/>
          </a:xfrm>
          <a:prstGeom prst="ellipse">
            <a:avLst/>
          </a:prstGeom>
          <a:solidFill>
            <a:srgbClr val="4D7B83">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3" name="Text Placeholder 9">
            <a:extLst>
              <a:ext uri="{FF2B5EF4-FFF2-40B4-BE49-F238E27FC236}">
                <a16:creationId xmlns:a16="http://schemas.microsoft.com/office/drawing/2014/main" id="{10BC0446-9ED1-9241-B817-6A2A2A1C275C}"/>
              </a:ext>
            </a:extLst>
          </p:cNvPr>
          <p:cNvSpPr>
            <a:spLocks noGrp="1"/>
          </p:cNvSpPr>
          <p:nvPr>
            <p:ph type="body" sz="quarter" idx="14" hasCustomPrompt="1"/>
          </p:nvPr>
        </p:nvSpPr>
        <p:spPr>
          <a:xfrm>
            <a:off x="360000" y="360001"/>
            <a:ext cx="3935775" cy="190499"/>
          </a:xfrm>
        </p:spPr>
        <p:txBody>
          <a:bodyPr vert="horz" lIns="0" tIns="0" rIns="0" bIns="0" rtlCol="0" anchor="t">
            <a:noAutofit/>
          </a:bodyPr>
          <a:lstStyle>
            <a:lvl1pPr marL="0" indent="0">
              <a:buNone/>
              <a:defRPr lang="en-GB" sz="16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4" name="Picture 13">
            <a:extLst>
              <a:ext uri="{FF2B5EF4-FFF2-40B4-BE49-F238E27FC236}">
                <a16:creationId xmlns:a16="http://schemas.microsoft.com/office/drawing/2014/main" id="{EB64C212-8BD0-B945-B482-055B5550EBDB}"/>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39793009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bsection Title Teal 2">
    <p:bg>
      <p:bgPr>
        <a:solidFill>
          <a:srgbClr val="99B4B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BFD1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56999A46-FA3F-2D40-AE77-AFC3F9B6EC27}"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2288875" y="1845683"/>
            <a:ext cx="7614250" cy="2626634"/>
          </a:xfrm>
          <a:prstGeom prst="rect">
            <a:avLst/>
          </a:prstGeom>
        </p:spPr>
        <p:txBody>
          <a:bodyPr anchor="t"/>
          <a:lstStyle>
            <a:lvl1pPr algn="ctr">
              <a:defRPr sz="5400">
                <a:solidFill>
                  <a:schemeClr val="accent1"/>
                </a:solidFill>
              </a:defRPr>
            </a:lvl1pPr>
          </a:lstStyle>
          <a:p>
            <a:r>
              <a:rPr lang="en-GB"/>
              <a:t>Place subsection title here</a:t>
            </a:r>
          </a:p>
        </p:txBody>
      </p:sp>
      <p:sp>
        <p:nvSpPr>
          <p:cNvPr id="16" name="Oval 15">
            <a:extLst>
              <a:ext uri="{FF2B5EF4-FFF2-40B4-BE49-F238E27FC236}">
                <a16:creationId xmlns:a16="http://schemas.microsoft.com/office/drawing/2014/main" id="{5993FC69-287A-764A-B5CD-159DB8EEB51C}"/>
              </a:ext>
            </a:extLst>
          </p:cNvPr>
          <p:cNvSpPr/>
          <p:nvPr userDrawn="1"/>
        </p:nvSpPr>
        <p:spPr>
          <a:xfrm>
            <a:off x="2836762" y="5371600"/>
            <a:ext cx="6515100" cy="406400"/>
          </a:xfrm>
          <a:prstGeom prst="ellipse">
            <a:avLst/>
          </a:prstGeom>
          <a:solidFill>
            <a:srgbClr val="98B3B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3" name="Text Placeholder 9">
            <a:extLst>
              <a:ext uri="{FF2B5EF4-FFF2-40B4-BE49-F238E27FC236}">
                <a16:creationId xmlns:a16="http://schemas.microsoft.com/office/drawing/2014/main" id="{10BC0446-9ED1-9241-B817-6A2A2A1C275C}"/>
              </a:ext>
            </a:extLst>
          </p:cNvPr>
          <p:cNvSpPr>
            <a:spLocks noGrp="1"/>
          </p:cNvSpPr>
          <p:nvPr>
            <p:ph type="body" sz="quarter" idx="14" hasCustomPrompt="1"/>
          </p:nvPr>
        </p:nvSpPr>
        <p:spPr>
          <a:xfrm>
            <a:off x="360000" y="360001"/>
            <a:ext cx="3935775" cy="190499"/>
          </a:xfrm>
        </p:spPr>
        <p:txBody>
          <a:bodyPr vert="horz" lIns="0" tIns="0" rIns="0" bIns="0" rtlCol="0" anchor="t">
            <a:noAutofit/>
          </a:bodyPr>
          <a:lstStyle>
            <a:lvl1pPr marL="0" indent="0">
              <a:buFont typeface="Arial" panose="020B0604020202020204" pitchFamily="34" charset="0"/>
              <a:buNone/>
              <a:defRPr lang="en-GB" sz="16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0" name="Picture 9">
            <a:extLst>
              <a:ext uri="{FF2B5EF4-FFF2-40B4-BE49-F238E27FC236}">
                <a16:creationId xmlns:a16="http://schemas.microsoft.com/office/drawing/2014/main" id="{C7EEB8DC-F0B1-F14D-9B3D-2261741252AF}"/>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24477861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Title - Hand 1 Watermelon">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24A9BC04-B994-5A40-8BEB-38652EE3AC82}"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3" name="Picture 12">
            <a:extLst>
              <a:ext uri="{FF2B5EF4-FFF2-40B4-BE49-F238E27FC236}">
                <a16:creationId xmlns:a16="http://schemas.microsoft.com/office/drawing/2014/main" id="{A637C3C5-5714-CD4C-9082-11A3C97B169B}"/>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BDE75F94-C59D-074A-BA7D-FF8BEF71275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5454169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 Hand 2 Watermelon">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87A4B1F9-8C2E-9B4E-B15E-EAE9DB8DC519}"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3" name="Picture 12">
            <a:extLst>
              <a:ext uri="{FF2B5EF4-FFF2-40B4-BE49-F238E27FC236}">
                <a16:creationId xmlns:a16="http://schemas.microsoft.com/office/drawing/2014/main" id="{B50AD2C3-B648-614F-811A-0C06EC7A78E8}"/>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5F80DA67-355D-0C4C-A0F9-A9FF008AD7A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17513904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 Hand 3 Watermelon">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0917C3EF-5F63-9C4D-9E71-1BA5FE4347D6}"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3" name="Picture 12">
            <a:extLst>
              <a:ext uri="{FF2B5EF4-FFF2-40B4-BE49-F238E27FC236}">
                <a16:creationId xmlns:a16="http://schemas.microsoft.com/office/drawing/2014/main" id="{7E9AC56D-1EB5-B840-AA70-2A98A582D18E}"/>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9" name="Graphic 8">
            <a:extLst>
              <a:ext uri="{FF2B5EF4-FFF2-40B4-BE49-F238E27FC236}">
                <a16:creationId xmlns:a16="http://schemas.microsoft.com/office/drawing/2014/main" id="{0399B640-4CA8-314B-9E18-1980949C463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36366764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Title - Hand 4 Watermelon">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0917C3EF-5F63-9C4D-9E71-1BA5FE4347D6}"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3" name="Picture 12">
            <a:extLst>
              <a:ext uri="{FF2B5EF4-FFF2-40B4-BE49-F238E27FC236}">
                <a16:creationId xmlns:a16="http://schemas.microsoft.com/office/drawing/2014/main" id="{7E9AC56D-1EB5-B840-AA70-2A98A582D18E}"/>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12" name="Graphic 11">
            <a:extLst>
              <a:ext uri="{FF2B5EF4-FFF2-40B4-BE49-F238E27FC236}">
                <a16:creationId xmlns:a16="http://schemas.microsoft.com/office/drawing/2014/main" id="{3BC1CC29-85D2-FB43-85AA-C8F7C54F2A2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33149854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 Hand 5 Watermelon">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0917C3EF-5F63-9C4D-9E71-1BA5FE4347D6}"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080166" y="1845683"/>
            <a:ext cx="4023112" cy="360000"/>
          </a:xfrm>
        </p:spPr>
        <p:txBody>
          <a:bodyPr vert="horz" lIns="0" tIns="0" rIns="0" bIns="0" rtlCol="0" anchor="t">
            <a:noAutofit/>
          </a:bodyPr>
          <a:lstStyle>
            <a:lvl1pPr marL="0" indent="0" algn="l">
              <a:buNone/>
              <a:defRPr lang="en-GB" sz="24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4038600" y="2385683"/>
            <a:ext cx="7822448" cy="2086634"/>
          </a:xfrm>
          <a:prstGeom prst="rect">
            <a:avLst/>
          </a:prstGeom>
        </p:spPr>
        <p:txBody>
          <a:bodyPr anchor="t"/>
          <a:lstStyle>
            <a:lvl1pPr algn="l">
              <a:defRPr sz="7200"/>
            </a:lvl1pPr>
          </a:lstStyle>
          <a:p>
            <a:r>
              <a:rPr lang="en-GB"/>
              <a:t>Place section title here</a:t>
            </a:r>
          </a:p>
        </p:txBody>
      </p:sp>
      <p:pic>
        <p:nvPicPr>
          <p:cNvPr id="13" name="Picture 12">
            <a:extLst>
              <a:ext uri="{FF2B5EF4-FFF2-40B4-BE49-F238E27FC236}">
                <a16:creationId xmlns:a16="http://schemas.microsoft.com/office/drawing/2014/main" id="{7E9AC56D-1EB5-B840-AA70-2A98A582D18E}"/>
              </a:ext>
            </a:extLst>
          </p:cNvPr>
          <p:cNvPicPr>
            <a:picLocks noChangeAspect="1"/>
          </p:cNvPicPr>
          <p:nvPr userDrawn="1"/>
        </p:nvPicPr>
        <p:blipFill>
          <a:blip r:embed="rId2"/>
          <a:stretch>
            <a:fillRect/>
          </a:stretch>
        </p:blipFill>
        <p:spPr>
          <a:xfrm>
            <a:off x="11010148" y="337140"/>
            <a:ext cx="850900" cy="190500"/>
          </a:xfrm>
          <a:prstGeom prst="rect">
            <a:avLst/>
          </a:prstGeom>
        </p:spPr>
      </p:pic>
      <p:pic>
        <p:nvPicPr>
          <p:cNvPr id="12" name="Graphic 11">
            <a:extLst>
              <a:ext uri="{FF2B5EF4-FFF2-40B4-BE49-F238E27FC236}">
                <a16:creationId xmlns:a16="http://schemas.microsoft.com/office/drawing/2014/main" id="{A4781E4A-520D-CD42-8FAC-0A794B3404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8411" y="1512401"/>
            <a:ext cx="3781778" cy="3781778"/>
          </a:xfrm>
          <a:prstGeom prst="rect">
            <a:avLst/>
          </a:prstGeom>
        </p:spPr>
      </p:pic>
    </p:spTree>
    <p:extLst>
      <p:ext uri="{BB962C8B-B14F-4D97-AF65-F5344CB8AC3E}">
        <p14:creationId xmlns:p14="http://schemas.microsoft.com/office/powerpoint/2010/main" val="16505588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Watermelon">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F54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DC5FC4DE-8294-3249-BA4B-281647475596}"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4126912" y="1845683"/>
            <a:ext cx="3934800" cy="360000"/>
          </a:xfrm>
        </p:spPr>
        <p:txBody>
          <a:bodyPr vert="horz" lIns="0" tIns="0" rIns="0" bIns="0" rtlCol="0" anchor="t">
            <a:noAutofit/>
          </a:bodyPr>
          <a:lstStyle>
            <a:lvl1pPr marL="0" indent="0" algn="ctr">
              <a:buFont typeface="Arial" panose="020B0604020202020204" pitchFamily="34" charset="0"/>
              <a:buNone/>
              <a:defRPr lang="en-GB" sz="24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a:t>
            </a:r>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2288875" y="2385683"/>
            <a:ext cx="7614250" cy="2086634"/>
          </a:xfrm>
          <a:prstGeom prst="rect">
            <a:avLst/>
          </a:prstGeom>
        </p:spPr>
        <p:txBody>
          <a:bodyPr anchor="t"/>
          <a:lstStyle>
            <a:lvl1pPr algn="ctr">
              <a:defRPr sz="7200"/>
            </a:lvl1pPr>
          </a:lstStyle>
          <a:p>
            <a:r>
              <a:rPr lang="en-GB"/>
              <a:t>Place section title here</a:t>
            </a:r>
          </a:p>
        </p:txBody>
      </p:sp>
      <p:sp>
        <p:nvSpPr>
          <p:cNvPr id="16" name="Oval 15">
            <a:extLst>
              <a:ext uri="{FF2B5EF4-FFF2-40B4-BE49-F238E27FC236}">
                <a16:creationId xmlns:a16="http://schemas.microsoft.com/office/drawing/2014/main" id="{5993FC69-287A-764A-B5CD-159DB8EEB51C}"/>
              </a:ext>
            </a:extLst>
          </p:cNvPr>
          <p:cNvSpPr/>
          <p:nvPr userDrawn="1"/>
        </p:nvSpPr>
        <p:spPr>
          <a:xfrm>
            <a:off x="2836762" y="5371600"/>
            <a:ext cx="6515100" cy="406400"/>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pic>
        <p:nvPicPr>
          <p:cNvPr id="12" name="Picture 11">
            <a:extLst>
              <a:ext uri="{FF2B5EF4-FFF2-40B4-BE49-F238E27FC236}">
                <a16:creationId xmlns:a16="http://schemas.microsoft.com/office/drawing/2014/main" id="{9D8C985C-4CC5-324C-8513-A94A7566D7EC}"/>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22727352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ubsection Title Watermelon 1">
    <p:bg>
      <p:bgPr>
        <a:solidFill>
          <a:srgbClr val="F66D8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F78C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84C45222-19F0-C142-A706-E40CCD84702C}"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2288875" y="1845683"/>
            <a:ext cx="7614250" cy="2626634"/>
          </a:xfrm>
          <a:prstGeom prst="rect">
            <a:avLst/>
          </a:prstGeom>
        </p:spPr>
        <p:txBody>
          <a:bodyPr anchor="t"/>
          <a:lstStyle>
            <a:lvl1pPr algn="ctr">
              <a:defRPr sz="5400"/>
            </a:lvl1pPr>
          </a:lstStyle>
          <a:p>
            <a:r>
              <a:rPr lang="en-GB"/>
              <a:t>Place subsection title here</a:t>
            </a:r>
          </a:p>
        </p:txBody>
      </p:sp>
      <p:sp>
        <p:nvSpPr>
          <p:cNvPr id="16" name="Oval 15">
            <a:extLst>
              <a:ext uri="{FF2B5EF4-FFF2-40B4-BE49-F238E27FC236}">
                <a16:creationId xmlns:a16="http://schemas.microsoft.com/office/drawing/2014/main" id="{5993FC69-287A-764A-B5CD-159DB8EEB51C}"/>
              </a:ext>
            </a:extLst>
          </p:cNvPr>
          <p:cNvSpPr/>
          <p:nvPr userDrawn="1"/>
        </p:nvSpPr>
        <p:spPr>
          <a:xfrm>
            <a:off x="3756000" y="5371600"/>
            <a:ext cx="4680000" cy="403200"/>
          </a:xfrm>
          <a:prstGeom prst="ellipse">
            <a:avLst/>
          </a:prstGeom>
          <a:solidFill>
            <a:srgbClr val="F76D8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3" name="Text Placeholder 9">
            <a:extLst>
              <a:ext uri="{FF2B5EF4-FFF2-40B4-BE49-F238E27FC236}">
                <a16:creationId xmlns:a16="http://schemas.microsoft.com/office/drawing/2014/main" id="{10BC0446-9ED1-9241-B817-6A2A2A1C275C}"/>
              </a:ext>
            </a:extLst>
          </p:cNvPr>
          <p:cNvSpPr>
            <a:spLocks noGrp="1"/>
          </p:cNvSpPr>
          <p:nvPr>
            <p:ph type="body" sz="quarter" idx="14" hasCustomPrompt="1"/>
          </p:nvPr>
        </p:nvSpPr>
        <p:spPr>
          <a:xfrm>
            <a:off x="360000" y="360001"/>
            <a:ext cx="3935775" cy="190499"/>
          </a:xfrm>
        </p:spPr>
        <p:txBody>
          <a:bodyPr vert="horz" lIns="0" tIns="0" rIns="0" bIns="0" rtlCol="0" anchor="t">
            <a:noAutofit/>
          </a:bodyPr>
          <a:lstStyle>
            <a:lvl1pPr marL="0" indent="0">
              <a:buNone/>
              <a:defRPr lang="en-GB" sz="16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0" name="Picture 9">
            <a:extLst>
              <a:ext uri="{FF2B5EF4-FFF2-40B4-BE49-F238E27FC236}">
                <a16:creationId xmlns:a16="http://schemas.microsoft.com/office/drawing/2014/main" id="{C6C7B69C-4877-CA48-8137-B1AB5C4FCBD9}"/>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16732894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ubsection Title Watermelon 2">
    <p:bg>
      <p:bgPr>
        <a:solidFill>
          <a:srgbClr val="F9ABC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FBCB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02817FB3-0C62-9440-9885-DF6832E28887}"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A6C12357-14A9-9549-B5E2-A653037483BE}"/>
              </a:ext>
            </a:extLst>
          </p:cNvPr>
          <p:cNvSpPr>
            <a:spLocks noGrp="1"/>
          </p:cNvSpPr>
          <p:nvPr>
            <p:ph type="ctrTitle" hasCustomPrompt="1"/>
          </p:nvPr>
        </p:nvSpPr>
        <p:spPr>
          <a:xfrm>
            <a:off x="2288875" y="1845683"/>
            <a:ext cx="7614250" cy="2626634"/>
          </a:xfrm>
          <a:prstGeom prst="rect">
            <a:avLst/>
          </a:prstGeom>
        </p:spPr>
        <p:txBody>
          <a:bodyPr anchor="t"/>
          <a:lstStyle>
            <a:lvl1pPr algn="ctr">
              <a:defRPr sz="5400">
                <a:solidFill>
                  <a:srgbClr val="E73B68"/>
                </a:solidFill>
              </a:defRPr>
            </a:lvl1pPr>
          </a:lstStyle>
          <a:p>
            <a:r>
              <a:rPr lang="en-GB"/>
              <a:t>Place subsection title here</a:t>
            </a:r>
          </a:p>
        </p:txBody>
      </p:sp>
      <p:sp>
        <p:nvSpPr>
          <p:cNvPr id="16" name="Oval 15">
            <a:extLst>
              <a:ext uri="{FF2B5EF4-FFF2-40B4-BE49-F238E27FC236}">
                <a16:creationId xmlns:a16="http://schemas.microsoft.com/office/drawing/2014/main" id="{5993FC69-287A-764A-B5CD-159DB8EEB51C}"/>
              </a:ext>
            </a:extLst>
          </p:cNvPr>
          <p:cNvSpPr/>
          <p:nvPr userDrawn="1"/>
        </p:nvSpPr>
        <p:spPr>
          <a:xfrm>
            <a:off x="3756000" y="5371600"/>
            <a:ext cx="4680000" cy="406400"/>
          </a:xfrm>
          <a:prstGeom prst="ellipse">
            <a:avLst/>
          </a:prstGeom>
          <a:solidFill>
            <a:srgbClr val="F9ABC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3" name="Text Placeholder 9">
            <a:extLst>
              <a:ext uri="{FF2B5EF4-FFF2-40B4-BE49-F238E27FC236}">
                <a16:creationId xmlns:a16="http://schemas.microsoft.com/office/drawing/2014/main" id="{10BC0446-9ED1-9241-B817-6A2A2A1C275C}"/>
              </a:ext>
            </a:extLst>
          </p:cNvPr>
          <p:cNvSpPr>
            <a:spLocks noGrp="1"/>
          </p:cNvSpPr>
          <p:nvPr>
            <p:ph type="body" sz="quarter" idx="14" hasCustomPrompt="1"/>
          </p:nvPr>
        </p:nvSpPr>
        <p:spPr>
          <a:xfrm>
            <a:off x="360000" y="360001"/>
            <a:ext cx="3935775" cy="190499"/>
          </a:xfrm>
        </p:spPr>
        <p:txBody>
          <a:bodyPr vert="horz" lIns="0" tIns="0" rIns="0" bIns="0" rtlCol="0" anchor="t">
            <a:noAutofit/>
          </a:bodyPr>
          <a:lstStyle>
            <a:lvl1pPr marL="0" indent="0">
              <a:buNone/>
              <a:defRPr lang="en-GB" sz="16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0" name="Picture 9">
            <a:extLst>
              <a:ext uri="{FF2B5EF4-FFF2-40B4-BE49-F238E27FC236}">
                <a16:creationId xmlns:a16="http://schemas.microsoft.com/office/drawing/2014/main" id="{B509E0F0-41F4-7C4D-8107-B886E202FB79}"/>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39598090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Teal">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F7C13D-211F-2948-AEC9-E3790D2C556A}"/>
              </a:ext>
            </a:extLst>
          </p:cNvPr>
          <p:cNvSpPr>
            <a:spLocks noGrp="1"/>
          </p:cNvSpPr>
          <p:nvPr>
            <p:ph idx="1"/>
          </p:nvPr>
        </p:nvSpPr>
        <p:spPr>
          <a:xfrm>
            <a:off x="1612357" y="1405988"/>
            <a:ext cx="8967287" cy="4351338"/>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BB1A7367-EB7B-5940-9250-E537993F6F13}"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1C859F05-1A01-2649-9647-70AE85E5D11B}"/>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sp>
        <p:nvSpPr>
          <p:cNvPr id="13" name="Text Placeholder 9">
            <a:extLst>
              <a:ext uri="{FF2B5EF4-FFF2-40B4-BE49-F238E27FC236}">
                <a16:creationId xmlns:a16="http://schemas.microsoft.com/office/drawing/2014/main" id="{82BBE122-68F9-924D-84FA-7DEEA8A1C4A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Tree>
    <p:extLst>
      <p:ext uri="{BB962C8B-B14F-4D97-AF65-F5344CB8AC3E}">
        <p14:creationId xmlns:p14="http://schemas.microsoft.com/office/powerpoint/2010/main" val="15837681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with Small Hand Teal">
    <p:bg>
      <p:bgPr>
        <a:solidFill>
          <a:schemeClr val="bg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F30245F-4FF6-C14E-BE18-DDAB35C98F47}"/>
              </a:ext>
            </a:extLst>
          </p:cNvPr>
          <p:cNvSpPr>
            <a:spLocks noGrp="1"/>
          </p:cNvSpPr>
          <p:nvPr>
            <p:ph type="body" sz="quarter" idx="14" hasCustomPrompt="1"/>
          </p:nvPr>
        </p:nvSpPr>
        <p:spPr>
          <a:xfrm>
            <a:off x="3035299" y="1943100"/>
            <a:ext cx="6121399" cy="3277114"/>
          </a:xfrm>
        </p:spPr>
        <p:txBody>
          <a:bodyPr/>
          <a:lstStyle>
            <a:lvl1pPr>
              <a:defRPr lang="en-GB" sz="1800" b="0" i="0" kern="1200" dirty="0" smtClean="0">
                <a:solidFill>
                  <a:schemeClr val="tx2"/>
                </a:solidFill>
                <a:latin typeface="Raleway" pitchFamily="2" charset="77"/>
                <a:ea typeface="+mn-ea"/>
                <a:cs typeface="+mn-cs"/>
              </a:defRPr>
            </a:lvl1pPr>
            <a:lvl2pPr marL="285750" indent="-285750">
              <a:buClr>
                <a:schemeClr val="accent2"/>
              </a:buClr>
              <a:defRPr lang="en-GB" sz="1800" b="0" i="0" kern="1200" dirty="0" smtClean="0">
                <a:solidFill>
                  <a:schemeClr val="tx2"/>
                </a:solidFill>
                <a:latin typeface="Raleway" pitchFamily="2" charset="77"/>
                <a:ea typeface="+mn-ea"/>
                <a:cs typeface="+mn-cs"/>
              </a:defRPr>
            </a:lvl2pPr>
          </a:lstStyle>
          <a:p>
            <a:pPr marL="0" lvl="0" indent="0" algn="l" defTabSz="914400" rtl="0" eaLnBrk="1" latinLnBrk="0" hangingPunct="1">
              <a:lnSpc>
                <a:spcPct val="90000"/>
              </a:lnSpc>
              <a:spcBef>
                <a:spcPts val="0"/>
              </a:spcBef>
              <a:spcAft>
                <a:spcPts val="600"/>
              </a:spcAft>
              <a:buFont typeface="Arial" panose="020B0604020202020204" pitchFamily="34" charset="0"/>
              <a:buNone/>
            </a:pPr>
            <a:r>
              <a:rPr lang="en-GB"/>
              <a:t>Place text here</a:t>
            </a:r>
          </a:p>
          <a:p>
            <a:pPr lvl="1"/>
            <a:r>
              <a:rPr lang="en-GB"/>
              <a:t>Bullet point level 1</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BB1A7367-EB7B-5940-9250-E537993F6F13}"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1C859F05-1A01-2649-9647-70AE85E5D11B}"/>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pic>
        <p:nvPicPr>
          <p:cNvPr id="12" name="Picture 11">
            <a:extLst>
              <a:ext uri="{FF2B5EF4-FFF2-40B4-BE49-F238E27FC236}">
                <a16:creationId xmlns:a16="http://schemas.microsoft.com/office/drawing/2014/main" id="{5C885316-7855-E641-B8AB-C4C81C761B77}"/>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3" name="Text Placeholder 9">
            <a:extLst>
              <a:ext uri="{FF2B5EF4-FFF2-40B4-BE49-F238E27FC236}">
                <a16:creationId xmlns:a16="http://schemas.microsoft.com/office/drawing/2014/main" id="{82BBE122-68F9-924D-84FA-7DEEA8A1C4A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9" name="Picture Placeholder 8">
            <a:extLst>
              <a:ext uri="{FF2B5EF4-FFF2-40B4-BE49-F238E27FC236}">
                <a16:creationId xmlns:a16="http://schemas.microsoft.com/office/drawing/2014/main" id="{C104E6DB-9BE3-084D-9229-5219E71ABFA3}"/>
              </a:ext>
            </a:extLst>
          </p:cNvPr>
          <p:cNvSpPr>
            <a:spLocks noGrp="1"/>
          </p:cNvSpPr>
          <p:nvPr>
            <p:ph type="pic" sz="quarter" idx="15" hasCustomPrompt="1"/>
          </p:nvPr>
        </p:nvSpPr>
        <p:spPr>
          <a:xfrm>
            <a:off x="1890456" y="1943100"/>
            <a:ext cx="901700" cy="901700"/>
          </a:xfrm>
        </p:spPr>
        <p:txBody>
          <a:bodyPr anchor="ctr"/>
          <a:lstStyle>
            <a:lvl1pPr marL="0" indent="0" algn="ctr">
              <a:buNone/>
              <a:defRPr/>
            </a:lvl1pPr>
          </a:lstStyle>
          <a:p>
            <a:r>
              <a:rPr lang="en-GB"/>
              <a:t>Icon</a:t>
            </a:r>
          </a:p>
        </p:txBody>
      </p:sp>
    </p:spTree>
    <p:extLst>
      <p:ext uri="{BB962C8B-B14F-4D97-AF65-F5344CB8AC3E}">
        <p14:creationId xmlns:p14="http://schemas.microsoft.com/office/powerpoint/2010/main" val="19703865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with Hand Under">
    <p:bg>
      <p:bgPr>
        <a:solidFill>
          <a:srgbClr val="F66D8F"/>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F30245F-4FF6-C14E-BE18-DDAB35C98F47}"/>
              </a:ext>
            </a:extLst>
          </p:cNvPr>
          <p:cNvSpPr>
            <a:spLocks noGrp="1"/>
          </p:cNvSpPr>
          <p:nvPr>
            <p:ph type="body" sz="quarter" idx="14" hasCustomPrompt="1"/>
          </p:nvPr>
        </p:nvSpPr>
        <p:spPr>
          <a:xfrm>
            <a:off x="3035299" y="1943100"/>
            <a:ext cx="6121399" cy="2192159"/>
          </a:xfrm>
        </p:spPr>
        <p:txBody>
          <a:bodyPr/>
          <a:lstStyle>
            <a:lvl1pPr>
              <a:defRPr lang="en-GB" sz="1800" b="0" i="0" kern="1200" dirty="0" smtClean="0">
                <a:solidFill>
                  <a:schemeClr val="tx2"/>
                </a:solidFill>
                <a:latin typeface="Raleway" pitchFamily="2" charset="77"/>
                <a:ea typeface="+mn-ea"/>
                <a:cs typeface="+mn-cs"/>
              </a:defRPr>
            </a:lvl1pPr>
            <a:lvl2pPr marL="285750" indent="-285750">
              <a:buClrTx/>
              <a:defRPr lang="en-GB" sz="1800" b="0" i="0" kern="1200" dirty="0" smtClean="0">
                <a:solidFill>
                  <a:schemeClr val="tx2"/>
                </a:solidFill>
                <a:latin typeface="Raleway" pitchFamily="2" charset="77"/>
                <a:ea typeface="+mn-ea"/>
                <a:cs typeface="+mn-cs"/>
              </a:defRPr>
            </a:lvl2pPr>
          </a:lstStyle>
          <a:p>
            <a:pPr marL="0" lvl="0" indent="0" algn="l" defTabSz="914400" rtl="0" eaLnBrk="1" latinLnBrk="0" hangingPunct="1">
              <a:lnSpc>
                <a:spcPct val="90000"/>
              </a:lnSpc>
              <a:spcBef>
                <a:spcPts val="0"/>
              </a:spcBef>
              <a:spcAft>
                <a:spcPts val="600"/>
              </a:spcAft>
              <a:buFont typeface="Arial" panose="020B0604020202020204" pitchFamily="34" charset="0"/>
              <a:buNone/>
            </a:pPr>
            <a:r>
              <a:rPr lang="en-GB"/>
              <a:t>Place text here</a:t>
            </a:r>
          </a:p>
          <a:p>
            <a:pPr lvl="1"/>
            <a:r>
              <a:rPr lang="en-GB"/>
              <a:t>Bullet point level 1</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BB1A7367-EB7B-5940-9250-E537993F6F13}"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1C859F05-1A01-2649-9647-70AE85E5D11B}"/>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pic>
        <p:nvPicPr>
          <p:cNvPr id="12" name="Picture 11">
            <a:extLst>
              <a:ext uri="{FF2B5EF4-FFF2-40B4-BE49-F238E27FC236}">
                <a16:creationId xmlns:a16="http://schemas.microsoft.com/office/drawing/2014/main" id="{5C885316-7855-E641-B8AB-C4C81C761B77}"/>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3" name="Text Placeholder 9">
            <a:extLst>
              <a:ext uri="{FF2B5EF4-FFF2-40B4-BE49-F238E27FC236}">
                <a16:creationId xmlns:a16="http://schemas.microsoft.com/office/drawing/2014/main" id="{82BBE122-68F9-924D-84FA-7DEEA8A1C4A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5" name="Graphic 14">
            <a:extLst>
              <a:ext uri="{FF2B5EF4-FFF2-40B4-BE49-F238E27FC236}">
                <a16:creationId xmlns:a16="http://schemas.microsoft.com/office/drawing/2014/main" id="{47ED48EA-E42D-9B43-A2EA-E136EE52E17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936000" y="2538000"/>
            <a:ext cx="4320000" cy="4320000"/>
          </a:xfrm>
          <a:prstGeom prst="rect">
            <a:avLst/>
          </a:prstGeom>
        </p:spPr>
      </p:pic>
    </p:spTree>
    <p:extLst>
      <p:ext uri="{BB962C8B-B14F-4D97-AF65-F5344CB8AC3E}">
        <p14:creationId xmlns:p14="http://schemas.microsoft.com/office/powerpoint/2010/main" val="38875208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White">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F7C13D-211F-2948-AEC9-E3790D2C556A}"/>
              </a:ext>
            </a:extLst>
          </p:cNvPr>
          <p:cNvSpPr>
            <a:spLocks noGrp="1"/>
          </p:cNvSpPr>
          <p:nvPr>
            <p:ph idx="1"/>
          </p:nvPr>
        </p:nvSpPr>
        <p:spPr>
          <a:xfrm>
            <a:off x="1612357" y="1405988"/>
            <a:ext cx="8967287" cy="4351338"/>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accent1"/>
                </a:solidFill>
                <a:latin typeface="Corporate Traveller" pitchFamily="2" charset="77"/>
              </a:defRPr>
            </a:lvl1pPr>
          </a:lstStyle>
          <a:p>
            <a:fld id="{BB1A7367-EB7B-5940-9250-E537993F6F13}"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accent1"/>
                </a:solidFill>
                <a:latin typeface="Corporate Traveller" pitchFamily="2" charset="77"/>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accent1"/>
                </a:solidFill>
                <a:latin typeface="Corporate Traveller" pitchFamily="2" charset="77"/>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1C859F05-1A01-2649-9647-70AE85E5D11B}"/>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sp>
        <p:nvSpPr>
          <p:cNvPr id="13" name="Text Placeholder 9">
            <a:extLst>
              <a:ext uri="{FF2B5EF4-FFF2-40B4-BE49-F238E27FC236}">
                <a16:creationId xmlns:a16="http://schemas.microsoft.com/office/drawing/2014/main" id="{82BBE122-68F9-924D-84FA-7DEEA8A1C4A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Tree>
    <p:extLst>
      <p:ext uri="{BB962C8B-B14F-4D97-AF65-F5344CB8AC3E}">
        <p14:creationId xmlns:p14="http://schemas.microsoft.com/office/powerpoint/2010/main" val="35701459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2 Col White">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F7C13D-211F-2948-AEC9-E3790D2C556A}"/>
              </a:ext>
            </a:extLst>
          </p:cNvPr>
          <p:cNvSpPr>
            <a:spLocks noGrp="1"/>
          </p:cNvSpPr>
          <p:nvPr>
            <p:ph idx="1"/>
          </p:nvPr>
        </p:nvSpPr>
        <p:spPr>
          <a:xfrm>
            <a:off x="1612357" y="1405988"/>
            <a:ext cx="4123643" cy="4351338"/>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accent1"/>
                </a:solidFill>
              </a:defRPr>
            </a:lvl1pPr>
          </a:lstStyle>
          <a:p>
            <a:fld id="{BB1A7367-EB7B-5940-9250-E537993F6F13}"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accent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accent1"/>
                </a:solidFill>
              </a:defRPr>
            </a:lvl1pPr>
          </a:lstStyle>
          <a:p>
            <a:fld id="{D12734D3-D73F-6A4D-B2B5-DCD15EBB8EEC}" type="slidenum">
              <a:rPr lang="en-GB" smtClean="0"/>
              <a:pPr/>
              <a:t>‹#›</a:t>
            </a:fld>
            <a:endParaRPr lang="en-GB"/>
          </a:p>
        </p:txBody>
      </p:sp>
      <p:sp>
        <p:nvSpPr>
          <p:cNvPr id="11" name="Title 1">
            <a:extLst>
              <a:ext uri="{FF2B5EF4-FFF2-40B4-BE49-F238E27FC236}">
                <a16:creationId xmlns:a16="http://schemas.microsoft.com/office/drawing/2014/main" id="{1C859F05-1A01-2649-9647-70AE85E5D11B}"/>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sp>
        <p:nvSpPr>
          <p:cNvPr id="13" name="Text Placeholder 9">
            <a:extLst>
              <a:ext uri="{FF2B5EF4-FFF2-40B4-BE49-F238E27FC236}">
                <a16:creationId xmlns:a16="http://schemas.microsoft.com/office/drawing/2014/main" id="{82BBE122-68F9-924D-84FA-7DEEA8A1C4A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9" name="Picture 8">
            <a:extLst>
              <a:ext uri="{FF2B5EF4-FFF2-40B4-BE49-F238E27FC236}">
                <a16:creationId xmlns:a16="http://schemas.microsoft.com/office/drawing/2014/main" id="{8C5FEE97-4D0E-FA45-97B5-F5A33BC8404E}"/>
              </a:ext>
            </a:extLst>
          </p:cNvPr>
          <p:cNvPicPr>
            <a:picLocks noChangeAspect="1"/>
          </p:cNvPicPr>
          <p:nvPr userDrawn="1"/>
        </p:nvPicPr>
        <p:blipFill>
          <a:blip r:embed="rId2"/>
          <a:stretch>
            <a:fillRect/>
          </a:stretch>
        </p:blipFill>
        <p:spPr>
          <a:xfrm>
            <a:off x="11010148" y="337141"/>
            <a:ext cx="849600" cy="191639"/>
          </a:xfrm>
          <a:prstGeom prst="rect">
            <a:avLst/>
          </a:prstGeom>
        </p:spPr>
      </p:pic>
      <p:sp>
        <p:nvSpPr>
          <p:cNvPr id="10" name="Content Placeholder 2">
            <a:extLst>
              <a:ext uri="{FF2B5EF4-FFF2-40B4-BE49-F238E27FC236}">
                <a16:creationId xmlns:a16="http://schemas.microsoft.com/office/drawing/2014/main" id="{863F19AE-4A40-2540-B1F1-E2778978F8DC}"/>
              </a:ext>
            </a:extLst>
          </p:cNvPr>
          <p:cNvSpPr>
            <a:spLocks noGrp="1"/>
          </p:cNvSpPr>
          <p:nvPr>
            <p:ph idx="14"/>
          </p:nvPr>
        </p:nvSpPr>
        <p:spPr>
          <a:xfrm>
            <a:off x="6456000" y="1405988"/>
            <a:ext cx="4123643" cy="4351338"/>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862389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ta Viz - 3x Spotlights">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265F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981C33D4-DFDE-5B49-B337-F015EF2388FA}"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6" name="Oval 15">
            <a:extLst>
              <a:ext uri="{FF2B5EF4-FFF2-40B4-BE49-F238E27FC236}">
                <a16:creationId xmlns:a16="http://schemas.microsoft.com/office/drawing/2014/main" id="{5993FC69-287A-764A-B5CD-159DB8EEB51C}"/>
              </a:ext>
            </a:extLst>
          </p:cNvPr>
          <p:cNvSpPr/>
          <p:nvPr userDrawn="1"/>
        </p:nvSpPr>
        <p:spPr>
          <a:xfrm>
            <a:off x="1653451" y="5436704"/>
            <a:ext cx="2385150" cy="276192"/>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pic>
        <p:nvPicPr>
          <p:cNvPr id="17" name="Picture 16">
            <a:extLst>
              <a:ext uri="{FF2B5EF4-FFF2-40B4-BE49-F238E27FC236}">
                <a16:creationId xmlns:a16="http://schemas.microsoft.com/office/drawing/2014/main" id="{666DFB49-E8F0-BB43-9545-721AFFD16FF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5" name="Oval 14">
            <a:extLst>
              <a:ext uri="{FF2B5EF4-FFF2-40B4-BE49-F238E27FC236}">
                <a16:creationId xmlns:a16="http://schemas.microsoft.com/office/drawing/2014/main" id="{99EADAD3-A96A-8046-BBE4-BE6F19F252C2}"/>
              </a:ext>
            </a:extLst>
          </p:cNvPr>
          <p:cNvSpPr/>
          <p:nvPr userDrawn="1"/>
        </p:nvSpPr>
        <p:spPr>
          <a:xfrm>
            <a:off x="4903425" y="5436704"/>
            <a:ext cx="2385150" cy="276192"/>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8" name="Oval 17">
            <a:extLst>
              <a:ext uri="{FF2B5EF4-FFF2-40B4-BE49-F238E27FC236}">
                <a16:creationId xmlns:a16="http://schemas.microsoft.com/office/drawing/2014/main" id="{EEE2AFB0-6A7A-1A44-82B0-C68D975DB7D2}"/>
              </a:ext>
            </a:extLst>
          </p:cNvPr>
          <p:cNvSpPr/>
          <p:nvPr userDrawn="1"/>
        </p:nvSpPr>
        <p:spPr>
          <a:xfrm>
            <a:off x="8153400" y="5436704"/>
            <a:ext cx="2385150" cy="276192"/>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9" name="Title 1">
            <a:extLst>
              <a:ext uri="{FF2B5EF4-FFF2-40B4-BE49-F238E27FC236}">
                <a16:creationId xmlns:a16="http://schemas.microsoft.com/office/drawing/2014/main" id="{92F741C7-EB2F-FA40-B0A4-C91CA3708BE6}"/>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sp>
        <p:nvSpPr>
          <p:cNvPr id="20" name="Text Placeholder 9">
            <a:extLst>
              <a:ext uri="{FF2B5EF4-FFF2-40B4-BE49-F238E27FC236}">
                <a16:creationId xmlns:a16="http://schemas.microsoft.com/office/drawing/2014/main" id="{343906F2-8B5C-F147-95DE-2652D67C4AF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22" name="Text Placeholder 13">
            <a:extLst>
              <a:ext uri="{FF2B5EF4-FFF2-40B4-BE49-F238E27FC236}">
                <a16:creationId xmlns:a16="http://schemas.microsoft.com/office/drawing/2014/main" id="{0C42B9A3-2DEC-7F49-A8C5-5601DE659A55}"/>
              </a:ext>
            </a:extLst>
          </p:cNvPr>
          <p:cNvSpPr>
            <a:spLocks noGrp="1"/>
          </p:cNvSpPr>
          <p:nvPr>
            <p:ph type="body" sz="quarter" idx="17" hasCustomPrompt="1"/>
          </p:nvPr>
        </p:nvSpPr>
        <p:spPr>
          <a:xfrm>
            <a:off x="1653447" y="2338209"/>
            <a:ext cx="2385154" cy="1009134"/>
          </a:xfrm>
        </p:spPr>
        <p:txBody>
          <a:bodyPr anchor="ctr"/>
          <a:lstStyle>
            <a:lvl1pPr marL="0" indent="0" algn="ctr">
              <a:spcBef>
                <a:spcPts val="0"/>
              </a:spcBef>
              <a:spcAft>
                <a:spcPts val="1800"/>
              </a:spcAft>
              <a:buNone/>
              <a:defRPr lang="en-GB" sz="6600" b="0" i="0" kern="1200" dirty="0" smtClean="0">
                <a:solidFill>
                  <a:srgbClr val="FECF6E"/>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XX</a:t>
            </a:r>
          </a:p>
        </p:txBody>
      </p:sp>
      <p:sp>
        <p:nvSpPr>
          <p:cNvPr id="23" name="Text Placeholder 13">
            <a:extLst>
              <a:ext uri="{FF2B5EF4-FFF2-40B4-BE49-F238E27FC236}">
                <a16:creationId xmlns:a16="http://schemas.microsoft.com/office/drawing/2014/main" id="{882A9EFF-DCC8-A743-B359-414F3139C5ED}"/>
              </a:ext>
            </a:extLst>
          </p:cNvPr>
          <p:cNvSpPr>
            <a:spLocks noGrp="1"/>
          </p:cNvSpPr>
          <p:nvPr>
            <p:ph type="body" sz="quarter" idx="26" hasCustomPrompt="1"/>
          </p:nvPr>
        </p:nvSpPr>
        <p:spPr>
          <a:xfrm>
            <a:off x="1653447" y="3498323"/>
            <a:ext cx="2385154" cy="942324"/>
          </a:xfrm>
        </p:spPr>
        <p:txBody>
          <a:bodyPr/>
          <a:lstStyle>
            <a:lvl1pPr marL="0" indent="0" algn="l">
              <a:spcBef>
                <a:spcPts val="0"/>
              </a:spcBef>
              <a:spcAft>
                <a:spcPts val="0"/>
              </a:spcAft>
              <a:buNone/>
              <a:defRPr lang="en-GB" sz="18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
        <p:nvSpPr>
          <p:cNvPr id="24" name="Text Placeholder 13">
            <a:extLst>
              <a:ext uri="{FF2B5EF4-FFF2-40B4-BE49-F238E27FC236}">
                <a16:creationId xmlns:a16="http://schemas.microsoft.com/office/drawing/2014/main" id="{CB55AA91-9932-F840-85E4-DF5377CAA4C7}"/>
              </a:ext>
            </a:extLst>
          </p:cNvPr>
          <p:cNvSpPr>
            <a:spLocks noGrp="1"/>
          </p:cNvSpPr>
          <p:nvPr>
            <p:ph type="body" sz="quarter" idx="27" hasCustomPrompt="1"/>
          </p:nvPr>
        </p:nvSpPr>
        <p:spPr>
          <a:xfrm>
            <a:off x="4903425" y="2338209"/>
            <a:ext cx="2385154" cy="1009134"/>
          </a:xfrm>
        </p:spPr>
        <p:txBody>
          <a:bodyPr anchor="ctr"/>
          <a:lstStyle>
            <a:lvl1pPr marL="0" indent="0" algn="ctr">
              <a:spcBef>
                <a:spcPts val="0"/>
              </a:spcBef>
              <a:spcAft>
                <a:spcPts val="1800"/>
              </a:spcAft>
              <a:buNone/>
              <a:defRPr lang="en-GB" sz="6600" b="0" i="0" kern="1200" dirty="0" smtClean="0">
                <a:solidFill>
                  <a:srgbClr val="B4B0D8"/>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XX</a:t>
            </a:r>
          </a:p>
        </p:txBody>
      </p:sp>
      <p:sp>
        <p:nvSpPr>
          <p:cNvPr id="25" name="Text Placeholder 13">
            <a:extLst>
              <a:ext uri="{FF2B5EF4-FFF2-40B4-BE49-F238E27FC236}">
                <a16:creationId xmlns:a16="http://schemas.microsoft.com/office/drawing/2014/main" id="{26A41032-0077-944C-A328-613EF117508B}"/>
              </a:ext>
            </a:extLst>
          </p:cNvPr>
          <p:cNvSpPr>
            <a:spLocks noGrp="1"/>
          </p:cNvSpPr>
          <p:nvPr>
            <p:ph type="body" sz="quarter" idx="28" hasCustomPrompt="1"/>
          </p:nvPr>
        </p:nvSpPr>
        <p:spPr>
          <a:xfrm>
            <a:off x="4903425" y="3498323"/>
            <a:ext cx="2385154" cy="942324"/>
          </a:xfrm>
        </p:spPr>
        <p:txBody>
          <a:bodyPr/>
          <a:lstStyle>
            <a:lvl1pPr marL="0" indent="0" algn="l">
              <a:spcBef>
                <a:spcPts val="0"/>
              </a:spcBef>
              <a:spcAft>
                <a:spcPts val="0"/>
              </a:spcAft>
              <a:buNone/>
              <a:defRPr lang="en-GB" sz="18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
        <p:nvSpPr>
          <p:cNvPr id="26" name="Text Placeholder 13">
            <a:extLst>
              <a:ext uri="{FF2B5EF4-FFF2-40B4-BE49-F238E27FC236}">
                <a16:creationId xmlns:a16="http://schemas.microsoft.com/office/drawing/2014/main" id="{BC7D0ACC-0AFA-B04F-9ADE-8B5C0230983F}"/>
              </a:ext>
            </a:extLst>
          </p:cNvPr>
          <p:cNvSpPr>
            <a:spLocks noGrp="1"/>
          </p:cNvSpPr>
          <p:nvPr>
            <p:ph type="body" sz="quarter" idx="29" hasCustomPrompt="1"/>
          </p:nvPr>
        </p:nvSpPr>
        <p:spPr>
          <a:xfrm>
            <a:off x="8153396" y="2338209"/>
            <a:ext cx="2385154" cy="1009134"/>
          </a:xfrm>
        </p:spPr>
        <p:txBody>
          <a:bodyPr anchor="ctr"/>
          <a:lstStyle>
            <a:lvl1pPr marL="0" indent="0" algn="ctr">
              <a:spcBef>
                <a:spcPts val="0"/>
              </a:spcBef>
              <a:spcAft>
                <a:spcPts val="1800"/>
              </a:spcAft>
              <a:buNone/>
              <a:defRPr lang="en-GB" sz="6600" b="0" i="0" kern="1200" dirty="0" smtClean="0">
                <a:solidFill>
                  <a:srgbClr val="9ED8F2"/>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XX</a:t>
            </a:r>
          </a:p>
        </p:txBody>
      </p:sp>
      <p:sp>
        <p:nvSpPr>
          <p:cNvPr id="27" name="Text Placeholder 13">
            <a:extLst>
              <a:ext uri="{FF2B5EF4-FFF2-40B4-BE49-F238E27FC236}">
                <a16:creationId xmlns:a16="http://schemas.microsoft.com/office/drawing/2014/main" id="{AF7573F2-E7F9-8C42-8EEC-107E51F08F15}"/>
              </a:ext>
            </a:extLst>
          </p:cNvPr>
          <p:cNvSpPr>
            <a:spLocks noGrp="1"/>
          </p:cNvSpPr>
          <p:nvPr>
            <p:ph type="body" sz="quarter" idx="30" hasCustomPrompt="1"/>
          </p:nvPr>
        </p:nvSpPr>
        <p:spPr>
          <a:xfrm>
            <a:off x="8153396" y="3498323"/>
            <a:ext cx="2385154" cy="942324"/>
          </a:xfrm>
        </p:spPr>
        <p:txBody>
          <a:bodyPr/>
          <a:lstStyle>
            <a:lvl1pPr marL="0" indent="0" algn="l">
              <a:spcBef>
                <a:spcPts val="0"/>
              </a:spcBef>
              <a:spcAft>
                <a:spcPts val="0"/>
              </a:spcAft>
              <a:buNone/>
              <a:defRPr lang="en-GB" sz="18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
        <p:nvSpPr>
          <p:cNvPr id="21" name="Text Placeholder 13">
            <a:extLst>
              <a:ext uri="{FF2B5EF4-FFF2-40B4-BE49-F238E27FC236}">
                <a16:creationId xmlns:a16="http://schemas.microsoft.com/office/drawing/2014/main" id="{95DA8D08-7435-E743-91CF-E1AA4BC2920A}"/>
              </a:ext>
            </a:extLst>
          </p:cNvPr>
          <p:cNvSpPr>
            <a:spLocks noGrp="1"/>
          </p:cNvSpPr>
          <p:nvPr>
            <p:ph type="body" sz="quarter" idx="31" hasCustomPrompt="1"/>
          </p:nvPr>
        </p:nvSpPr>
        <p:spPr>
          <a:xfrm>
            <a:off x="360000" y="1127031"/>
            <a:ext cx="3935774" cy="919758"/>
          </a:xfrm>
        </p:spPr>
        <p:txBody>
          <a:bodyPr/>
          <a:lstStyle>
            <a:lvl1pPr marL="0" indent="0">
              <a:spcBef>
                <a:spcPts val="0"/>
              </a:spcBef>
              <a:spcAft>
                <a:spcPts val="1200"/>
              </a:spcAft>
              <a:buNone/>
              <a:defRPr lang="en-GB" sz="1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Tree>
    <p:extLst>
      <p:ext uri="{BB962C8B-B14F-4D97-AF65-F5344CB8AC3E}">
        <p14:creationId xmlns:p14="http://schemas.microsoft.com/office/powerpoint/2010/main" val="480672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3 Cards">
    <p:bg>
      <p:bgPr>
        <a:solidFill>
          <a:srgbClr val="4D7B83"/>
        </a:solidFill>
        <a:effectLst/>
      </p:bgPr>
    </p:bg>
    <p:spTree>
      <p:nvGrpSpPr>
        <p:cNvPr id="1" name=""/>
        <p:cNvGrpSpPr/>
        <p:nvPr/>
      </p:nvGrpSpPr>
      <p:grpSpPr>
        <a:xfrm>
          <a:off x="0" y="0"/>
          <a:ext cx="0" cy="0"/>
          <a:chOff x="0" y="0"/>
          <a:chExt cx="0" cy="0"/>
        </a:xfrm>
      </p:grpSpPr>
      <p:sp>
        <p:nvSpPr>
          <p:cNvPr id="14" name="Picture Placeholder 24">
            <a:extLst>
              <a:ext uri="{FF2B5EF4-FFF2-40B4-BE49-F238E27FC236}">
                <a16:creationId xmlns:a16="http://schemas.microsoft.com/office/drawing/2014/main" id="{63FB8FFF-AC77-CF46-B783-2931D198B912}"/>
              </a:ext>
            </a:extLst>
          </p:cNvPr>
          <p:cNvSpPr>
            <a:spLocks noGrp="1"/>
          </p:cNvSpPr>
          <p:nvPr>
            <p:ph type="pic" sz="quarter" idx="27" hasCustomPrompt="1"/>
          </p:nvPr>
        </p:nvSpPr>
        <p:spPr>
          <a:xfrm>
            <a:off x="4903425" y="191489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12" name="Rounded Rectangle 11">
            <a:extLst>
              <a:ext uri="{FF2B5EF4-FFF2-40B4-BE49-F238E27FC236}">
                <a16:creationId xmlns:a16="http://schemas.microsoft.com/office/drawing/2014/main" id="{1AB142D8-0639-B24D-808E-BEF50C164F7E}"/>
              </a:ext>
            </a:extLst>
          </p:cNvPr>
          <p:cNvSpPr/>
          <p:nvPr userDrawn="1"/>
        </p:nvSpPr>
        <p:spPr>
          <a:xfrm>
            <a:off x="1653450" y="1914893"/>
            <a:ext cx="2385150" cy="3333530"/>
          </a:xfrm>
          <a:prstGeom prst="roundRect">
            <a:avLst>
              <a:gd name="adj" fmla="val 94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6" name="Rounded Rectangle 25">
            <a:extLst>
              <a:ext uri="{FF2B5EF4-FFF2-40B4-BE49-F238E27FC236}">
                <a16:creationId xmlns:a16="http://schemas.microsoft.com/office/drawing/2014/main" id="{9BFADE19-E3B9-6145-9FAC-E8C132B01EAB}"/>
              </a:ext>
            </a:extLst>
          </p:cNvPr>
          <p:cNvSpPr/>
          <p:nvPr userDrawn="1"/>
        </p:nvSpPr>
        <p:spPr>
          <a:xfrm>
            <a:off x="8153400" y="1914893"/>
            <a:ext cx="2385150" cy="3333530"/>
          </a:xfrm>
          <a:prstGeom prst="roundRect">
            <a:avLst>
              <a:gd name="adj" fmla="val 94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4" name="Rounded Rectangle 23">
            <a:extLst>
              <a:ext uri="{FF2B5EF4-FFF2-40B4-BE49-F238E27FC236}">
                <a16:creationId xmlns:a16="http://schemas.microsoft.com/office/drawing/2014/main" id="{A74E7F76-B851-024A-9F7D-E39A7B57BF97}"/>
              </a:ext>
            </a:extLst>
          </p:cNvPr>
          <p:cNvSpPr/>
          <p:nvPr userDrawn="1"/>
        </p:nvSpPr>
        <p:spPr>
          <a:xfrm>
            <a:off x="4903425" y="1914893"/>
            <a:ext cx="2385150" cy="3333530"/>
          </a:xfrm>
          <a:prstGeom prst="roundRect">
            <a:avLst>
              <a:gd name="adj" fmla="val 9443"/>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indent="0" algn="ctr">
              <a:lnSpc>
                <a:spcPct val="90000"/>
              </a:lnSpc>
              <a:spcBef>
                <a:spcPts val="0"/>
              </a:spcBef>
              <a:spcAft>
                <a:spcPts val="600"/>
              </a:spcAft>
              <a:buClrTx/>
              <a:buFont typeface="System Font"/>
              <a:buNone/>
            </a:pPr>
            <a:endParaRPr lang="en-GB" b="0" i="0">
              <a:latin typeface="Raleway" pitchFamily="2" charset="77"/>
            </a:endParaRPr>
          </a:p>
        </p:txBody>
      </p:sp>
      <p:sp>
        <p:nvSpPr>
          <p:cNvPr id="13" name="Picture Placeholder 24">
            <a:extLst>
              <a:ext uri="{FF2B5EF4-FFF2-40B4-BE49-F238E27FC236}">
                <a16:creationId xmlns:a16="http://schemas.microsoft.com/office/drawing/2014/main" id="{6FD5BD15-E9D8-9744-BE4B-EB2136761437}"/>
              </a:ext>
            </a:extLst>
          </p:cNvPr>
          <p:cNvSpPr>
            <a:spLocks noGrp="1"/>
          </p:cNvSpPr>
          <p:nvPr>
            <p:ph type="pic" sz="quarter" idx="26" hasCustomPrompt="1"/>
          </p:nvPr>
        </p:nvSpPr>
        <p:spPr>
          <a:xfrm>
            <a:off x="1653450" y="191489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16" name="Title 1">
            <a:extLst>
              <a:ext uri="{FF2B5EF4-FFF2-40B4-BE49-F238E27FC236}">
                <a16:creationId xmlns:a16="http://schemas.microsoft.com/office/drawing/2014/main" id="{AD234515-9580-EA4F-955F-1BC1DC0D6F04}"/>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pic>
        <p:nvPicPr>
          <p:cNvPr id="17" name="Picture 16">
            <a:extLst>
              <a:ext uri="{FF2B5EF4-FFF2-40B4-BE49-F238E27FC236}">
                <a16:creationId xmlns:a16="http://schemas.microsoft.com/office/drawing/2014/main" id="{0CDB000E-D66D-CA4D-B3EF-7D8C8E79588F}"/>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8" name="Text Placeholder 9">
            <a:extLst>
              <a:ext uri="{FF2B5EF4-FFF2-40B4-BE49-F238E27FC236}">
                <a16:creationId xmlns:a16="http://schemas.microsoft.com/office/drawing/2014/main" id="{5A62476D-9967-7D40-95BA-ACE2E24F45E6}"/>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9" name="Date Placeholder 3">
            <a:extLst>
              <a:ext uri="{FF2B5EF4-FFF2-40B4-BE49-F238E27FC236}">
                <a16:creationId xmlns:a16="http://schemas.microsoft.com/office/drawing/2014/main" id="{AB7C123E-6C8C-ED4A-88FF-BC9ECD60456A}"/>
              </a:ext>
            </a:extLst>
          </p:cNvPr>
          <p:cNvSpPr>
            <a:spLocks noGrp="1"/>
          </p:cNvSpPr>
          <p:nvPr>
            <p:ph type="dt" sz="half" idx="10"/>
          </p:nvPr>
        </p:nvSpPr>
        <p:spPr>
          <a:xfrm>
            <a:off x="360000" y="6206580"/>
            <a:ext cx="768561" cy="360000"/>
          </a:xfrm>
        </p:spPr>
        <p:txBody>
          <a:bodyPr/>
          <a:lstStyle>
            <a:lvl1pPr>
              <a:defRPr>
                <a:solidFill>
                  <a:schemeClr val="tx1"/>
                </a:solidFill>
              </a:defRPr>
            </a:lvl1pPr>
          </a:lstStyle>
          <a:p>
            <a:fld id="{1C0BE3BB-3B83-6A41-A069-669F3BEA3746}" type="datetime4">
              <a:rPr lang="en-GB" smtClean="0"/>
              <a:pPr/>
              <a:t>09 April 2026</a:t>
            </a:fld>
            <a:endParaRPr lang="en-GB"/>
          </a:p>
        </p:txBody>
      </p:sp>
      <p:sp>
        <p:nvSpPr>
          <p:cNvPr id="20" name="Footer Placeholder 4">
            <a:extLst>
              <a:ext uri="{FF2B5EF4-FFF2-40B4-BE49-F238E27FC236}">
                <a16:creationId xmlns:a16="http://schemas.microsoft.com/office/drawing/2014/main" id="{D0BB005D-BD62-774C-A9A0-93598E5365FB}"/>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
        <p:nvSpPr>
          <p:cNvPr id="21" name="Slide Number Placeholder 5">
            <a:extLst>
              <a:ext uri="{FF2B5EF4-FFF2-40B4-BE49-F238E27FC236}">
                <a16:creationId xmlns:a16="http://schemas.microsoft.com/office/drawing/2014/main" id="{4C5DF5E0-4EF6-C34B-9243-06392EDCFC6F}"/>
              </a:ext>
            </a:extLst>
          </p:cNvPr>
          <p:cNvSpPr>
            <a:spLocks noGrp="1"/>
          </p:cNvSpPr>
          <p:nvPr>
            <p:ph type="sldNum" sz="quarter" idx="12"/>
          </p:nvPr>
        </p:nvSpPr>
        <p:spPr>
          <a:xfrm>
            <a:off x="9088800" y="6206580"/>
            <a:ext cx="2743200" cy="360000"/>
          </a:xfrm>
        </p:spPr>
        <p:txBody>
          <a:bodyPr/>
          <a:lstStyle>
            <a:lvl1pPr>
              <a:defRPr>
                <a:solidFill>
                  <a:schemeClr val="tx1"/>
                </a:solidFill>
              </a:defRPr>
            </a:lvl1pPr>
          </a:lstStyle>
          <a:p>
            <a:fld id="{D12734D3-D73F-6A4D-B2B5-DCD15EBB8EEC}" type="slidenum">
              <a:rPr lang="en-GB" smtClean="0"/>
              <a:pPr/>
              <a:t>‹#›</a:t>
            </a:fld>
            <a:endParaRPr lang="en-GB"/>
          </a:p>
        </p:txBody>
      </p:sp>
      <p:sp>
        <p:nvSpPr>
          <p:cNvPr id="25" name="Picture Placeholder 24">
            <a:extLst>
              <a:ext uri="{FF2B5EF4-FFF2-40B4-BE49-F238E27FC236}">
                <a16:creationId xmlns:a16="http://schemas.microsoft.com/office/drawing/2014/main" id="{0F44FA88-A610-1042-A142-D0CFB8B98FC6}"/>
              </a:ext>
            </a:extLst>
          </p:cNvPr>
          <p:cNvSpPr>
            <a:spLocks noGrp="1"/>
          </p:cNvSpPr>
          <p:nvPr>
            <p:ph type="pic" sz="quarter" idx="25" hasCustomPrompt="1"/>
          </p:nvPr>
        </p:nvSpPr>
        <p:spPr>
          <a:xfrm>
            <a:off x="8153400" y="191489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15" name="Text Placeholder 2">
            <a:extLst>
              <a:ext uri="{FF2B5EF4-FFF2-40B4-BE49-F238E27FC236}">
                <a16:creationId xmlns:a16="http://schemas.microsoft.com/office/drawing/2014/main" id="{B0491A39-FCFC-4442-8F10-80DE5B028E43}"/>
              </a:ext>
            </a:extLst>
          </p:cNvPr>
          <p:cNvSpPr>
            <a:spLocks noGrp="1"/>
          </p:cNvSpPr>
          <p:nvPr>
            <p:ph type="body" sz="quarter" idx="28" hasCustomPrompt="1"/>
          </p:nvPr>
        </p:nvSpPr>
        <p:spPr>
          <a:xfrm>
            <a:off x="1899368" y="3969760"/>
            <a:ext cx="1893314" cy="955675"/>
          </a:xfrm>
        </p:spPr>
        <p:txBody>
          <a:bodyPr/>
          <a:lstStyle>
            <a:lvl1pPr marL="0" indent="0">
              <a:buNone/>
              <a:defRPr b="1">
                <a:solidFill>
                  <a:schemeClr val="tx1"/>
                </a:solidFill>
              </a:defRPr>
            </a:lvl1pPr>
            <a:lvl2pPr marL="0" indent="0">
              <a:buNone/>
              <a:defRPr sz="1400">
                <a:solidFill>
                  <a:schemeClr val="tx1"/>
                </a:solidFill>
              </a:defRPr>
            </a:lvl2pPr>
            <a:lvl3pPr marL="180000">
              <a:defRPr sz="1400">
                <a:solidFill>
                  <a:schemeClr val="tx1"/>
                </a:solidFill>
              </a:defRPr>
            </a:lvl3pPr>
          </a:lstStyle>
          <a:p>
            <a:pPr lvl="0"/>
            <a:r>
              <a:rPr lang="en-GB"/>
              <a:t>Place text here</a:t>
            </a:r>
          </a:p>
          <a:p>
            <a:pPr lvl="1"/>
            <a:r>
              <a:rPr lang="en-GB"/>
              <a:t>Details</a:t>
            </a:r>
          </a:p>
          <a:p>
            <a:pPr lvl="2"/>
            <a:r>
              <a:rPr lang="en-GB"/>
              <a:t>Bullet point</a:t>
            </a:r>
          </a:p>
        </p:txBody>
      </p:sp>
      <p:sp>
        <p:nvSpPr>
          <p:cNvPr id="22" name="Text Placeholder 2">
            <a:extLst>
              <a:ext uri="{FF2B5EF4-FFF2-40B4-BE49-F238E27FC236}">
                <a16:creationId xmlns:a16="http://schemas.microsoft.com/office/drawing/2014/main" id="{79265BD0-378A-C647-8322-EFB316ABC3CD}"/>
              </a:ext>
            </a:extLst>
          </p:cNvPr>
          <p:cNvSpPr>
            <a:spLocks noGrp="1"/>
          </p:cNvSpPr>
          <p:nvPr>
            <p:ph type="body" sz="quarter" idx="29" hasCustomPrompt="1"/>
          </p:nvPr>
        </p:nvSpPr>
        <p:spPr>
          <a:xfrm>
            <a:off x="5149343" y="3969760"/>
            <a:ext cx="1893314" cy="955675"/>
          </a:xfrm>
        </p:spPr>
        <p:txBody>
          <a:bodyPr/>
          <a:lstStyle>
            <a:lvl1pPr marL="0" indent="0">
              <a:buNone/>
              <a:defRPr b="1">
                <a:solidFill>
                  <a:schemeClr val="tx1"/>
                </a:solidFill>
              </a:defRPr>
            </a:lvl1pPr>
            <a:lvl2pPr marL="0" indent="0">
              <a:buNone/>
              <a:defRPr sz="1400">
                <a:solidFill>
                  <a:schemeClr val="tx1"/>
                </a:solidFill>
              </a:defRPr>
            </a:lvl2pPr>
            <a:lvl3pPr marL="180000">
              <a:defRPr sz="1400">
                <a:solidFill>
                  <a:schemeClr val="tx1"/>
                </a:solidFill>
              </a:defRPr>
            </a:lvl3pPr>
          </a:lstStyle>
          <a:p>
            <a:pPr lvl="0"/>
            <a:r>
              <a:rPr lang="en-GB"/>
              <a:t>Place text here</a:t>
            </a:r>
          </a:p>
          <a:p>
            <a:pPr lvl="1"/>
            <a:r>
              <a:rPr lang="en-GB"/>
              <a:t>Details</a:t>
            </a:r>
          </a:p>
          <a:p>
            <a:pPr lvl="2"/>
            <a:r>
              <a:rPr lang="en-GB"/>
              <a:t>Bullet point</a:t>
            </a:r>
          </a:p>
        </p:txBody>
      </p:sp>
      <p:sp>
        <p:nvSpPr>
          <p:cNvPr id="23" name="Text Placeholder 2">
            <a:extLst>
              <a:ext uri="{FF2B5EF4-FFF2-40B4-BE49-F238E27FC236}">
                <a16:creationId xmlns:a16="http://schemas.microsoft.com/office/drawing/2014/main" id="{2C3F99B1-3AAB-B84A-BB34-44476D002F5C}"/>
              </a:ext>
            </a:extLst>
          </p:cNvPr>
          <p:cNvSpPr>
            <a:spLocks noGrp="1"/>
          </p:cNvSpPr>
          <p:nvPr>
            <p:ph type="body" sz="quarter" idx="30" hasCustomPrompt="1"/>
          </p:nvPr>
        </p:nvSpPr>
        <p:spPr>
          <a:xfrm>
            <a:off x="8399318" y="3969760"/>
            <a:ext cx="1893314" cy="955675"/>
          </a:xfrm>
        </p:spPr>
        <p:txBody>
          <a:bodyPr/>
          <a:lstStyle>
            <a:lvl1pPr marL="0" indent="0">
              <a:buNone/>
              <a:defRPr b="1">
                <a:solidFill>
                  <a:schemeClr val="tx1"/>
                </a:solidFill>
              </a:defRPr>
            </a:lvl1pPr>
            <a:lvl2pPr marL="0" indent="0">
              <a:buNone/>
              <a:defRPr sz="1400">
                <a:solidFill>
                  <a:schemeClr val="tx1"/>
                </a:solidFill>
              </a:defRPr>
            </a:lvl2pPr>
            <a:lvl3pPr marL="180000">
              <a:defRPr sz="1400">
                <a:solidFill>
                  <a:schemeClr val="tx1"/>
                </a:solidFill>
              </a:defRPr>
            </a:lvl3pPr>
          </a:lstStyle>
          <a:p>
            <a:pPr lvl="0"/>
            <a:r>
              <a:rPr lang="en-GB"/>
              <a:t>Place text here</a:t>
            </a:r>
          </a:p>
          <a:p>
            <a:pPr lvl="1"/>
            <a:r>
              <a:rPr lang="en-GB"/>
              <a:t>Details</a:t>
            </a:r>
          </a:p>
          <a:p>
            <a:pPr lvl="2"/>
            <a:r>
              <a:rPr lang="en-GB"/>
              <a:t>Bullet point</a:t>
            </a:r>
          </a:p>
        </p:txBody>
      </p:sp>
    </p:spTree>
    <p:extLst>
      <p:ext uri="{BB962C8B-B14F-4D97-AF65-F5344CB8AC3E}">
        <p14:creationId xmlns:p14="http://schemas.microsoft.com/office/powerpoint/2010/main" val="26981283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 3 Cards Watermelon">
    <p:bg>
      <p:bgPr>
        <a:solidFill>
          <a:schemeClr val="accent2"/>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63C2A7FB-7065-1B42-9511-CF8E544B281D}"/>
              </a:ext>
            </a:extLst>
          </p:cNvPr>
          <p:cNvSpPr/>
          <p:nvPr userDrawn="1"/>
        </p:nvSpPr>
        <p:spPr>
          <a:xfrm>
            <a:off x="8153400" y="1914893"/>
            <a:ext cx="2385150" cy="3333530"/>
          </a:xfrm>
          <a:prstGeom prst="roundRect">
            <a:avLst>
              <a:gd name="adj" fmla="val 94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12" name="Rounded Rectangle 11">
            <a:extLst>
              <a:ext uri="{FF2B5EF4-FFF2-40B4-BE49-F238E27FC236}">
                <a16:creationId xmlns:a16="http://schemas.microsoft.com/office/drawing/2014/main" id="{1AB142D8-0639-B24D-808E-BEF50C164F7E}"/>
              </a:ext>
            </a:extLst>
          </p:cNvPr>
          <p:cNvSpPr/>
          <p:nvPr userDrawn="1"/>
        </p:nvSpPr>
        <p:spPr>
          <a:xfrm>
            <a:off x="1653450" y="1914893"/>
            <a:ext cx="2385150" cy="3333530"/>
          </a:xfrm>
          <a:prstGeom prst="roundRect">
            <a:avLst>
              <a:gd name="adj" fmla="val 944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13" name="Picture Placeholder 24">
            <a:extLst>
              <a:ext uri="{FF2B5EF4-FFF2-40B4-BE49-F238E27FC236}">
                <a16:creationId xmlns:a16="http://schemas.microsoft.com/office/drawing/2014/main" id="{6FD5BD15-E9D8-9744-BE4B-EB2136761437}"/>
              </a:ext>
            </a:extLst>
          </p:cNvPr>
          <p:cNvSpPr>
            <a:spLocks noGrp="1"/>
          </p:cNvSpPr>
          <p:nvPr>
            <p:ph type="pic" sz="quarter" idx="26" hasCustomPrompt="1"/>
          </p:nvPr>
        </p:nvSpPr>
        <p:spPr>
          <a:xfrm>
            <a:off x="-608741" y="191489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14" name="Picture Placeholder 24">
            <a:extLst>
              <a:ext uri="{FF2B5EF4-FFF2-40B4-BE49-F238E27FC236}">
                <a16:creationId xmlns:a16="http://schemas.microsoft.com/office/drawing/2014/main" id="{63FB8FFF-AC77-CF46-B783-2931D198B912}"/>
              </a:ext>
            </a:extLst>
          </p:cNvPr>
          <p:cNvSpPr>
            <a:spLocks noGrp="1"/>
          </p:cNvSpPr>
          <p:nvPr>
            <p:ph type="pic" sz="quarter" idx="27" hasCustomPrompt="1"/>
          </p:nvPr>
        </p:nvSpPr>
        <p:spPr>
          <a:xfrm>
            <a:off x="4903425" y="191489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noFill/>
          <a:ln w="317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25" name="Picture Placeholder 24">
            <a:extLst>
              <a:ext uri="{FF2B5EF4-FFF2-40B4-BE49-F238E27FC236}">
                <a16:creationId xmlns:a16="http://schemas.microsoft.com/office/drawing/2014/main" id="{0F44FA88-A610-1042-A142-D0CFB8B98FC6}"/>
              </a:ext>
            </a:extLst>
          </p:cNvPr>
          <p:cNvSpPr>
            <a:spLocks noGrp="1"/>
          </p:cNvSpPr>
          <p:nvPr>
            <p:ph type="pic" sz="quarter" idx="25" hasCustomPrompt="1"/>
          </p:nvPr>
        </p:nvSpPr>
        <p:spPr>
          <a:xfrm>
            <a:off x="8153400" y="191489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16" name="Title 1">
            <a:extLst>
              <a:ext uri="{FF2B5EF4-FFF2-40B4-BE49-F238E27FC236}">
                <a16:creationId xmlns:a16="http://schemas.microsoft.com/office/drawing/2014/main" id="{AD234515-9580-EA4F-955F-1BC1DC0D6F04}"/>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pic>
        <p:nvPicPr>
          <p:cNvPr id="17" name="Picture 16">
            <a:extLst>
              <a:ext uri="{FF2B5EF4-FFF2-40B4-BE49-F238E27FC236}">
                <a16:creationId xmlns:a16="http://schemas.microsoft.com/office/drawing/2014/main" id="{0CDB000E-D66D-CA4D-B3EF-7D8C8E79588F}"/>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8" name="Text Placeholder 9">
            <a:extLst>
              <a:ext uri="{FF2B5EF4-FFF2-40B4-BE49-F238E27FC236}">
                <a16:creationId xmlns:a16="http://schemas.microsoft.com/office/drawing/2014/main" id="{5A62476D-9967-7D40-95BA-ACE2E24F45E6}"/>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9" name="Date Placeholder 3">
            <a:extLst>
              <a:ext uri="{FF2B5EF4-FFF2-40B4-BE49-F238E27FC236}">
                <a16:creationId xmlns:a16="http://schemas.microsoft.com/office/drawing/2014/main" id="{AB7C123E-6C8C-ED4A-88FF-BC9ECD60456A}"/>
              </a:ext>
            </a:extLst>
          </p:cNvPr>
          <p:cNvSpPr>
            <a:spLocks noGrp="1"/>
          </p:cNvSpPr>
          <p:nvPr>
            <p:ph type="dt" sz="half" idx="10"/>
          </p:nvPr>
        </p:nvSpPr>
        <p:spPr>
          <a:xfrm>
            <a:off x="360000" y="6206580"/>
            <a:ext cx="768561" cy="360000"/>
          </a:xfrm>
        </p:spPr>
        <p:txBody>
          <a:bodyPr/>
          <a:lstStyle>
            <a:lvl1pPr>
              <a:defRPr>
                <a:solidFill>
                  <a:schemeClr val="tx1"/>
                </a:solidFill>
              </a:defRPr>
            </a:lvl1pPr>
          </a:lstStyle>
          <a:p>
            <a:fld id="{1C0BE3BB-3B83-6A41-A069-669F3BEA3746}" type="datetime4">
              <a:rPr lang="en-GB" smtClean="0"/>
              <a:pPr/>
              <a:t>09 April 2026</a:t>
            </a:fld>
            <a:endParaRPr lang="en-GB"/>
          </a:p>
        </p:txBody>
      </p:sp>
      <p:sp>
        <p:nvSpPr>
          <p:cNvPr id="20" name="Footer Placeholder 4">
            <a:extLst>
              <a:ext uri="{FF2B5EF4-FFF2-40B4-BE49-F238E27FC236}">
                <a16:creationId xmlns:a16="http://schemas.microsoft.com/office/drawing/2014/main" id="{D0BB005D-BD62-774C-A9A0-93598E5365FB}"/>
              </a:ext>
            </a:extLst>
          </p:cNvPr>
          <p:cNvSpPr>
            <a:spLocks noGrp="1"/>
          </p:cNvSpPr>
          <p:nvPr>
            <p:ph type="ftr" sz="quarter" idx="11"/>
          </p:nvPr>
        </p:nvSpPr>
        <p:spPr>
          <a:xfrm>
            <a:off x="1128561" y="6206580"/>
            <a:ext cx="3167214" cy="360000"/>
          </a:xfrm>
        </p:spPr>
        <p:txBody>
          <a:bodyPr/>
          <a:lstStyle>
            <a:lvl1pPr>
              <a:defRPr>
                <a:solidFill>
                  <a:schemeClr val="tx1"/>
                </a:solidFill>
              </a:defRPr>
            </a:lvl1pPr>
          </a:lstStyle>
          <a:p>
            <a:r>
              <a:rPr lang="en-GB"/>
              <a:t>Confidential</a:t>
            </a:r>
          </a:p>
        </p:txBody>
      </p:sp>
      <p:sp>
        <p:nvSpPr>
          <p:cNvPr id="21" name="Slide Number Placeholder 5">
            <a:extLst>
              <a:ext uri="{FF2B5EF4-FFF2-40B4-BE49-F238E27FC236}">
                <a16:creationId xmlns:a16="http://schemas.microsoft.com/office/drawing/2014/main" id="{4C5DF5E0-4EF6-C34B-9243-06392EDCFC6F}"/>
              </a:ext>
            </a:extLst>
          </p:cNvPr>
          <p:cNvSpPr>
            <a:spLocks noGrp="1"/>
          </p:cNvSpPr>
          <p:nvPr>
            <p:ph type="sldNum" sz="quarter" idx="12"/>
          </p:nvPr>
        </p:nvSpPr>
        <p:spPr>
          <a:xfrm>
            <a:off x="9088800" y="6206580"/>
            <a:ext cx="2743200" cy="360000"/>
          </a:xfrm>
        </p:spPr>
        <p:txBody>
          <a:bodyPr/>
          <a:lstStyle>
            <a:lvl1pPr>
              <a:defRPr>
                <a:solidFill>
                  <a:schemeClr val="tx1"/>
                </a:solidFill>
              </a:defRPr>
            </a:lvl1pPr>
          </a:lstStyle>
          <a:p>
            <a:fld id="{D12734D3-D73F-6A4D-B2B5-DCD15EBB8EEC}" type="slidenum">
              <a:rPr lang="en-GB" smtClean="0"/>
              <a:pPr/>
              <a:t>‹#›</a:t>
            </a:fld>
            <a:endParaRPr lang="en-GB"/>
          </a:p>
        </p:txBody>
      </p:sp>
      <p:sp>
        <p:nvSpPr>
          <p:cNvPr id="3" name="Text Placeholder 2">
            <a:extLst>
              <a:ext uri="{FF2B5EF4-FFF2-40B4-BE49-F238E27FC236}">
                <a16:creationId xmlns:a16="http://schemas.microsoft.com/office/drawing/2014/main" id="{97349332-D1BA-E04E-BC24-20232860BD7C}"/>
              </a:ext>
            </a:extLst>
          </p:cNvPr>
          <p:cNvSpPr>
            <a:spLocks noGrp="1"/>
          </p:cNvSpPr>
          <p:nvPr>
            <p:ph type="body" sz="quarter" idx="28" hasCustomPrompt="1"/>
          </p:nvPr>
        </p:nvSpPr>
        <p:spPr>
          <a:xfrm>
            <a:off x="1899368" y="3969760"/>
            <a:ext cx="1893314" cy="955675"/>
          </a:xfrm>
        </p:spPr>
        <p:txBody>
          <a:bodyPr/>
          <a:lstStyle>
            <a:lvl1pPr marL="0" indent="0">
              <a:buNone/>
              <a:defRPr b="1">
                <a:solidFill>
                  <a:schemeClr val="tx1"/>
                </a:solidFill>
              </a:defRPr>
            </a:lvl1pPr>
            <a:lvl2pPr marL="0" indent="0">
              <a:buNone/>
              <a:defRPr sz="1400">
                <a:solidFill>
                  <a:schemeClr val="tx1"/>
                </a:solidFill>
              </a:defRPr>
            </a:lvl2pPr>
            <a:lvl3pPr marL="180000">
              <a:defRPr sz="1400">
                <a:solidFill>
                  <a:schemeClr val="tx1"/>
                </a:solidFill>
              </a:defRPr>
            </a:lvl3pPr>
          </a:lstStyle>
          <a:p>
            <a:pPr lvl="0"/>
            <a:r>
              <a:rPr lang="en-GB"/>
              <a:t>Place text here</a:t>
            </a:r>
          </a:p>
          <a:p>
            <a:pPr lvl="1"/>
            <a:r>
              <a:rPr lang="en-GB"/>
              <a:t>Details</a:t>
            </a:r>
          </a:p>
          <a:p>
            <a:pPr lvl="2"/>
            <a:r>
              <a:rPr lang="en-GB"/>
              <a:t>Bullet point</a:t>
            </a:r>
          </a:p>
        </p:txBody>
      </p:sp>
      <p:sp>
        <p:nvSpPr>
          <p:cNvPr id="26" name="Text Placeholder 2">
            <a:extLst>
              <a:ext uri="{FF2B5EF4-FFF2-40B4-BE49-F238E27FC236}">
                <a16:creationId xmlns:a16="http://schemas.microsoft.com/office/drawing/2014/main" id="{7D38089B-5DDA-DA4A-8B32-B43E51D561E1}"/>
              </a:ext>
            </a:extLst>
          </p:cNvPr>
          <p:cNvSpPr>
            <a:spLocks noGrp="1"/>
          </p:cNvSpPr>
          <p:nvPr>
            <p:ph type="body" sz="quarter" idx="29" hasCustomPrompt="1"/>
          </p:nvPr>
        </p:nvSpPr>
        <p:spPr>
          <a:xfrm>
            <a:off x="5149343" y="3969760"/>
            <a:ext cx="1893314" cy="955675"/>
          </a:xfrm>
        </p:spPr>
        <p:txBody>
          <a:bodyPr/>
          <a:lstStyle>
            <a:lvl1pPr marL="0" indent="0">
              <a:buNone/>
              <a:defRPr b="1">
                <a:solidFill>
                  <a:schemeClr val="tx1"/>
                </a:solidFill>
              </a:defRPr>
            </a:lvl1pPr>
            <a:lvl2pPr marL="0" indent="0">
              <a:buNone/>
              <a:defRPr sz="1400">
                <a:solidFill>
                  <a:schemeClr val="tx1"/>
                </a:solidFill>
              </a:defRPr>
            </a:lvl2pPr>
            <a:lvl3pPr marL="180000">
              <a:defRPr sz="1400">
                <a:solidFill>
                  <a:schemeClr val="tx1"/>
                </a:solidFill>
              </a:defRPr>
            </a:lvl3pPr>
          </a:lstStyle>
          <a:p>
            <a:pPr lvl="0"/>
            <a:r>
              <a:rPr lang="en-GB"/>
              <a:t>Place text here</a:t>
            </a:r>
          </a:p>
          <a:p>
            <a:pPr lvl="1"/>
            <a:r>
              <a:rPr lang="en-GB"/>
              <a:t>Details</a:t>
            </a:r>
          </a:p>
          <a:p>
            <a:pPr lvl="2"/>
            <a:r>
              <a:rPr lang="en-GB"/>
              <a:t>Bullet point</a:t>
            </a:r>
          </a:p>
        </p:txBody>
      </p:sp>
      <p:sp>
        <p:nvSpPr>
          <p:cNvPr id="27" name="Text Placeholder 2">
            <a:extLst>
              <a:ext uri="{FF2B5EF4-FFF2-40B4-BE49-F238E27FC236}">
                <a16:creationId xmlns:a16="http://schemas.microsoft.com/office/drawing/2014/main" id="{5F2E86E8-A45B-2B4D-8504-5F6BAD9CA1BD}"/>
              </a:ext>
            </a:extLst>
          </p:cNvPr>
          <p:cNvSpPr>
            <a:spLocks noGrp="1"/>
          </p:cNvSpPr>
          <p:nvPr>
            <p:ph type="body" sz="quarter" idx="30" hasCustomPrompt="1"/>
          </p:nvPr>
        </p:nvSpPr>
        <p:spPr>
          <a:xfrm>
            <a:off x="8399318" y="3969760"/>
            <a:ext cx="1893314" cy="955675"/>
          </a:xfrm>
        </p:spPr>
        <p:txBody>
          <a:bodyPr/>
          <a:lstStyle>
            <a:lvl1pPr marL="0" indent="0">
              <a:buNone/>
              <a:defRPr b="1">
                <a:solidFill>
                  <a:schemeClr val="tx1"/>
                </a:solidFill>
              </a:defRPr>
            </a:lvl1pPr>
            <a:lvl2pPr marL="0" indent="0">
              <a:buNone/>
              <a:defRPr sz="1400">
                <a:solidFill>
                  <a:schemeClr val="tx1"/>
                </a:solidFill>
              </a:defRPr>
            </a:lvl2pPr>
            <a:lvl3pPr marL="180000">
              <a:defRPr sz="1400">
                <a:solidFill>
                  <a:schemeClr val="tx1"/>
                </a:solidFill>
              </a:defRPr>
            </a:lvl3pPr>
          </a:lstStyle>
          <a:p>
            <a:pPr lvl="0"/>
            <a:r>
              <a:rPr lang="en-GB"/>
              <a:t>Place text here</a:t>
            </a:r>
          </a:p>
          <a:p>
            <a:pPr lvl="1"/>
            <a:r>
              <a:rPr lang="en-GB"/>
              <a:t>Details</a:t>
            </a:r>
          </a:p>
          <a:p>
            <a:pPr lvl="2"/>
            <a:r>
              <a:rPr lang="en-GB"/>
              <a:t>Bullet point</a:t>
            </a:r>
          </a:p>
        </p:txBody>
      </p:sp>
    </p:spTree>
    <p:extLst>
      <p:ext uri="{BB962C8B-B14F-4D97-AF65-F5344CB8AC3E}">
        <p14:creationId xmlns:p14="http://schemas.microsoft.com/office/powerpoint/2010/main" val="2126779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 4 Cards ">
    <p:bg>
      <p:bgPr>
        <a:solidFill>
          <a:srgbClr val="4D7B83"/>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F9944BF-563D-9C45-9E98-6D3B27CBA0B2}"/>
              </a:ext>
            </a:extLst>
          </p:cNvPr>
          <p:cNvSpPr>
            <a:spLocks noGrp="1"/>
          </p:cNvSpPr>
          <p:nvPr>
            <p:ph type="pic" sz="quarter" idx="29" hasCustomPrompt="1"/>
          </p:nvPr>
        </p:nvSpPr>
        <p:spPr>
          <a:xfrm>
            <a:off x="9026908" y="1513700"/>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26" name="Picture Placeholder 25">
            <a:extLst>
              <a:ext uri="{FF2B5EF4-FFF2-40B4-BE49-F238E27FC236}">
                <a16:creationId xmlns:a16="http://schemas.microsoft.com/office/drawing/2014/main" id="{4B3D2188-0E90-1642-AB49-ED27A2BAEABE}"/>
              </a:ext>
            </a:extLst>
          </p:cNvPr>
          <p:cNvSpPr>
            <a:spLocks noGrp="1"/>
          </p:cNvSpPr>
          <p:nvPr>
            <p:ph type="pic" sz="quarter" idx="28" hasCustomPrompt="1"/>
          </p:nvPr>
        </p:nvSpPr>
        <p:spPr>
          <a:xfrm>
            <a:off x="6437652" y="268070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23" name="Picture Placeholder 22">
            <a:extLst>
              <a:ext uri="{FF2B5EF4-FFF2-40B4-BE49-F238E27FC236}">
                <a16:creationId xmlns:a16="http://schemas.microsoft.com/office/drawing/2014/main" id="{F18E9ABC-B923-3947-9027-9D5FDA7475FD}"/>
              </a:ext>
            </a:extLst>
          </p:cNvPr>
          <p:cNvSpPr>
            <a:spLocks noGrp="1"/>
          </p:cNvSpPr>
          <p:nvPr>
            <p:ph type="pic" sz="quarter" idx="27" hasCustomPrompt="1"/>
          </p:nvPr>
        </p:nvSpPr>
        <p:spPr>
          <a:xfrm>
            <a:off x="3848395" y="1594853"/>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22" name="Picture Placeholder 21">
            <a:extLst>
              <a:ext uri="{FF2B5EF4-FFF2-40B4-BE49-F238E27FC236}">
                <a16:creationId xmlns:a16="http://schemas.microsoft.com/office/drawing/2014/main" id="{30DCDF34-DCE4-DF46-B29E-3616EE9572FD}"/>
              </a:ext>
            </a:extLst>
          </p:cNvPr>
          <p:cNvSpPr>
            <a:spLocks noGrp="1"/>
          </p:cNvSpPr>
          <p:nvPr>
            <p:ph type="pic" sz="quarter" idx="26" hasCustomPrompt="1"/>
          </p:nvPr>
        </p:nvSpPr>
        <p:spPr>
          <a:xfrm>
            <a:off x="1259138" y="2691462"/>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
        <p:nvSpPr>
          <p:cNvPr id="2" name="Title 1">
            <a:extLst>
              <a:ext uri="{FF2B5EF4-FFF2-40B4-BE49-F238E27FC236}">
                <a16:creationId xmlns:a16="http://schemas.microsoft.com/office/drawing/2014/main" id="{C3282FD8-A56D-D14F-9F60-049829BBC33E}"/>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pic>
        <p:nvPicPr>
          <p:cNvPr id="7" name="Picture 6">
            <a:extLst>
              <a:ext uri="{FF2B5EF4-FFF2-40B4-BE49-F238E27FC236}">
                <a16:creationId xmlns:a16="http://schemas.microsoft.com/office/drawing/2014/main" id="{948452E9-162C-3C46-A72C-33266168C0EE}"/>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2" name="Date Placeholder 11">
            <a:extLst>
              <a:ext uri="{FF2B5EF4-FFF2-40B4-BE49-F238E27FC236}">
                <a16:creationId xmlns:a16="http://schemas.microsoft.com/office/drawing/2014/main" id="{FCF753CB-10D3-394A-9127-D17AC57C35E4}"/>
              </a:ext>
            </a:extLst>
          </p:cNvPr>
          <p:cNvSpPr>
            <a:spLocks noGrp="1"/>
          </p:cNvSpPr>
          <p:nvPr>
            <p:ph type="dt" sz="half" idx="14"/>
          </p:nvPr>
        </p:nvSpPr>
        <p:spPr/>
        <p:txBody>
          <a:bodyPr/>
          <a:lstStyle>
            <a:lvl1pPr>
              <a:defRPr>
                <a:solidFill>
                  <a:schemeClr val="tx1"/>
                </a:solidFill>
              </a:defRPr>
            </a:lvl1pPr>
          </a:lstStyle>
          <a:p>
            <a:fld id="{BB6A827B-6D33-0B44-AF68-8481F4D31D24}" type="datetime4">
              <a:rPr lang="en-GB" smtClean="0"/>
              <a:pPr/>
              <a:t>09 April 2026</a:t>
            </a:fld>
            <a:endParaRPr lang="en-GB"/>
          </a:p>
        </p:txBody>
      </p:sp>
      <p:sp>
        <p:nvSpPr>
          <p:cNvPr id="17" name="Footer Placeholder 16">
            <a:extLst>
              <a:ext uri="{FF2B5EF4-FFF2-40B4-BE49-F238E27FC236}">
                <a16:creationId xmlns:a16="http://schemas.microsoft.com/office/drawing/2014/main" id="{71D951EB-4386-AF4A-A32B-1968B862A93C}"/>
              </a:ext>
            </a:extLst>
          </p:cNvPr>
          <p:cNvSpPr>
            <a:spLocks noGrp="1"/>
          </p:cNvSpPr>
          <p:nvPr>
            <p:ph type="ftr" sz="quarter" idx="15"/>
          </p:nvPr>
        </p:nvSpPr>
        <p:spPr/>
        <p:txBody>
          <a:bodyPr/>
          <a:lstStyle>
            <a:lvl1pPr>
              <a:defRPr>
                <a:solidFill>
                  <a:schemeClr val="tx1"/>
                </a:solidFill>
              </a:defRPr>
            </a:lvl1pPr>
          </a:lstStyle>
          <a:p>
            <a:r>
              <a:rPr lang="en-GB"/>
              <a:t>Confidential</a:t>
            </a:r>
          </a:p>
        </p:txBody>
      </p:sp>
      <p:sp>
        <p:nvSpPr>
          <p:cNvPr id="18" name="Slide Number Placeholder 17">
            <a:extLst>
              <a:ext uri="{FF2B5EF4-FFF2-40B4-BE49-F238E27FC236}">
                <a16:creationId xmlns:a16="http://schemas.microsoft.com/office/drawing/2014/main" id="{EDAE62B1-574B-5447-B023-519EE5DD3EE7}"/>
              </a:ext>
            </a:extLst>
          </p:cNvPr>
          <p:cNvSpPr>
            <a:spLocks noGrp="1"/>
          </p:cNvSpPr>
          <p:nvPr>
            <p:ph type="sldNum" sz="quarter" idx="16"/>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9" name="Text Placeholder 13">
            <a:extLst>
              <a:ext uri="{FF2B5EF4-FFF2-40B4-BE49-F238E27FC236}">
                <a16:creationId xmlns:a16="http://schemas.microsoft.com/office/drawing/2014/main" id="{0B861DF8-0F6C-164E-9959-E9029257F77E}"/>
              </a:ext>
            </a:extLst>
          </p:cNvPr>
          <p:cNvSpPr>
            <a:spLocks noGrp="1"/>
          </p:cNvSpPr>
          <p:nvPr>
            <p:ph type="body" sz="quarter" idx="17" hasCustomPrompt="1"/>
          </p:nvPr>
        </p:nvSpPr>
        <p:spPr>
          <a:xfrm>
            <a:off x="360000" y="1305898"/>
            <a:ext cx="3344000" cy="1009134"/>
          </a:xfrm>
        </p:spPr>
        <p:txBody>
          <a:bodyPr/>
          <a:lstStyle>
            <a:lvl1pPr marL="0" indent="0">
              <a:spcBef>
                <a:spcPts val="0"/>
              </a:spcBef>
              <a:spcAft>
                <a:spcPts val="1800"/>
              </a:spcAft>
              <a:buNone/>
              <a:defRPr lang="en-GB" sz="1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
        <p:nvSpPr>
          <p:cNvPr id="20" name="Text Placeholder 13">
            <a:extLst>
              <a:ext uri="{FF2B5EF4-FFF2-40B4-BE49-F238E27FC236}">
                <a16:creationId xmlns:a16="http://schemas.microsoft.com/office/drawing/2014/main" id="{8A2E5363-F605-3A43-B82E-FFB037F5EC6D}"/>
              </a:ext>
            </a:extLst>
          </p:cNvPr>
          <p:cNvSpPr>
            <a:spLocks noGrp="1"/>
          </p:cNvSpPr>
          <p:nvPr>
            <p:ph type="body" sz="quarter" idx="18" hasCustomPrompt="1"/>
          </p:nvPr>
        </p:nvSpPr>
        <p:spPr>
          <a:xfrm>
            <a:off x="3983655" y="1742931"/>
            <a:ext cx="2114630" cy="253694"/>
          </a:xfrm>
        </p:spPr>
        <p:txBody>
          <a:bodyPr/>
          <a:lstStyle>
            <a:lvl1pPr marL="0" indent="0">
              <a:spcBef>
                <a:spcPts val="0"/>
              </a:spcBef>
              <a:spcAft>
                <a:spcPts val="1800"/>
              </a:spcAft>
              <a:buNone/>
              <a:defRPr lang="en-GB" sz="105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1" name="Text Placeholder 13">
            <a:extLst>
              <a:ext uri="{FF2B5EF4-FFF2-40B4-BE49-F238E27FC236}">
                <a16:creationId xmlns:a16="http://schemas.microsoft.com/office/drawing/2014/main" id="{22F36E08-9625-A94B-9E4F-40DD1AF82FA6}"/>
              </a:ext>
            </a:extLst>
          </p:cNvPr>
          <p:cNvSpPr>
            <a:spLocks noGrp="1"/>
          </p:cNvSpPr>
          <p:nvPr>
            <p:ph type="body" sz="quarter" idx="19" hasCustomPrompt="1"/>
          </p:nvPr>
        </p:nvSpPr>
        <p:spPr>
          <a:xfrm>
            <a:off x="1394398" y="2828781"/>
            <a:ext cx="2114630" cy="253694"/>
          </a:xfrm>
        </p:spPr>
        <p:txBody>
          <a:bodyPr/>
          <a:lstStyle>
            <a:lvl1pPr marL="0" indent="0">
              <a:spcBef>
                <a:spcPts val="0"/>
              </a:spcBef>
              <a:spcAft>
                <a:spcPts val="1800"/>
              </a:spcAft>
              <a:buNone/>
              <a:defRPr lang="en-GB" sz="105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4" name="Text Placeholder 13">
            <a:extLst>
              <a:ext uri="{FF2B5EF4-FFF2-40B4-BE49-F238E27FC236}">
                <a16:creationId xmlns:a16="http://schemas.microsoft.com/office/drawing/2014/main" id="{ED25D834-8D11-8247-BE0D-B4E330266361}"/>
              </a:ext>
            </a:extLst>
          </p:cNvPr>
          <p:cNvSpPr>
            <a:spLocks noGrp="1"/>
          </p:cNvSpPr>
          <p:nvPr>
            <p:ph type="body" sz="quarter" idx="20" hasCustomPrompt="1"/>
          </p:nvPr>
        </p:nvSpPr>
        <p:spPr>
          <a:xfrm>
            <a:off x="6572912" y="2828781"/>
            <a:ext cx="2114630" cy="253694"/>
          </a:xfrm>
        </p:spPr>
        <p:txBody>
          <a:bodyPr/>
          <a:lstStyle>
            <a:lvl1pPr marL="0" indent="0">
              <a:spcBef>
                <a:spcPts val="0"/>
              </a:spcBef>
              <a:spcAft>
                <a:spcPts val="1800"/>
              </a:spcAft>
              <a:buNone/>
              <a:defRPr lang="en-GB" sz="105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5" name="Text Placeholder 13">
            <a:extLst>
              <a:ext uri="{FF2B5EF4-FFF2-40B4-BE49-F238E27FC236}">
                <a16:creationId xmlns:a16="http://schemas.microsoft.com/office/drawing/2014/main" id="{A5975996-BE86-F44C-A965-7DB2D87991E2}"/>
              </a:ext>
            </a:extLst>
          </p:cNvPr>
          <p:cNvSpPr>
            <a:spLocks noGrp="1"/>
          </p:cNvSpPr>
          <p:nvPr>
            <p:ph type="body" sz="quarter" idx="21" hasCustomPrompt="1"/>
          </p:nvPr>
        </p:nvSpPr>
        <p:spPr>
          <a:xfrm>
            <a:off x="9162168" y="1661778"/>
            <a:ext cx="2114630" cy="253694"/>
          </a:xfrm>
        </p:spPr>
        <p:txBody>
          <a:bodyPr/>
          <a:lstStyle>
            <a:lvl1pPr marL="0" indent="0">
              <a:spcBef>
                <a:spcPts val="0"/>
              </a:spcBef>
              <a:spcAft>
                <a:spcPts val="1800"/>
              </a:spcAft>
              <a:buNone/>
              <a:defRPr lang="en-GB" sz="105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Tree>
    <p:extLst>
      <p:ext uri="{BB962C8B-B14F-4D97-AF65-F5344CB8AC3E}">
        <p14:creationId xmlns:p14="http://schemas.microsoft.com/office/powerpoint/2010/main" val="26060830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Cards Stage Teal">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32FAF8-A95C-C64C-862B-CEDBEA28C8DC}"/>
              </a:ext>
            </a:extLst>
          </p:cNvPr>
          <p:cNvSpPr/>
          <p:nvPr userDrawn="1"/>
        </p:nvSpPr>
        <p:spPr>
          <a:xfrm>
            <a:off x="0" y="5094000"/>
            <a:ext cx="12189600" cy="1764000"/>
          </a:xfrm>
          <a:prstGeom prst="rect">
            <a:avLst/>
          </a:prstGeom>
          <a:solidFill>
            <a:srgbClr val="265F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981C33D4-DFDE-5B49-B337-F015EF2388FA}"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6" name="Oval 15">
            <a:extLst>
              <a:ext uri="{FF2B5EF4-FFF2-40B4-BE49-F238E27FC236}">
                <a16:creationId xmlns:a16="http://schemas.microsoft.com/office/drawing/2014/main" id="{5993FC69-287A-764A-B5CD-159DB8EEB51C}"/>
              </a:ext>
            </a:extLst>
          </p:cNvPr>
          <p:cNvSpPr/>
          <p:nvPr userDrawn="1"/>
        </p:nvSpPr>
        <p:spPr>
          <a:xfrm>
            <a:off x="1653450" y="5333281"/>
            <a:ext cx="2385150" cy="226285"/>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pic>
        <p:nvPicPr>
          <p:cNvPr id="17" name="Picture 16">
            <a:extLst>
              <a:ext uri="{FF2B5EF4-FFF2-40B4-BE49-F238E27FC236}">
                <a16:creationId xmlns:a16="http://schemas.microsoft.com/office/drawing/2014/main" id="{666DFB49-E8F0-BB43-9545-721AFFD16FF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2" name="Rounded Rectangle 11">
            <a:extLst>
              <a:ext uri="{FF2B5EF4-FFF2-40B4-BE49-F238E27FC236}">
                <a16:creationId xmlns:a16="http://schemas.microsoft.com/office/drawing/2014/main" id="{06CAA8FA-E083-BE4E-ACCC-6A77DCE76160}"/>
              </a:ext>
            </a:extLst>
          </p:cNvPr>
          <p:cNvSpPr/>
          <p:nvPr userDrawn="1"/>
        </p:nvSpPr>
        <p:spPr>
          <a:xfrm>
            <a:off x="4903425" y="2112894"/>
            <a:ext cx="2385150" cy="3333530"/>
          </a:xfrm>
          <a:prstGeom prst="roundRect">
            <a:avLst>
              <a:gd name="adj" fmla="val 9443"/>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solidFill>
                <a:schemeClr val="bg1"/>
              </a:solidFill>
              <a:latin typeface="Raleway" pitchFamily="2" charset="77"/>
            </a:endParaRPr>
          </a:p>
        </p:txBody>
      </p:sp>
      <p:sp>
        <p:nvSpPr>
          <p:cNvPr id="13" name="Rounded Rectangle 12">
            <a:extLst>
              <a:ext uri="{FF2B5EF4-FFF2-40B4-BE49-F238E27FC236}">
                <a16:creationId xmlns:a16="http://schemas.microsoft.com/office/drawing/2014/main" id="{C1AEEA6E-ADB3-1640-ADDE-D805D92170D8}"/>
              </a:ext>
            </a:extLst>
          </p:cNvPr>
          <p:cNvSpPr/>
          <p:nvPr userDrawn="1"/>
        </p:nvSpPr>
        <p:spPr>
          <a:xfrm>
            <a:off x="1653450" y="1509828"/>
            <a:ext cx="2385150" cy="3333530"/>
          </a:xfrm>
          <a:prstGeom prst="roundRect">
            <a:avLst>
              <a:gd name="adj" fmla="val 9443"/>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solidFill>
                <a:schemeClr val="bg1"/>
              </a:solidFill>
              <a:latin typeface="Raleway" pitchFamily="2" charset="77"/>
            </a:endParaRPr>
          </a:p>
        </p:txBody>
      </p:sp>
      <p:sp>
        <p:nvSpPr>
          <p:cNvPr id="14" name="Picture Placeholder 13">
            <a:extLst>
              <a:ext uri="{FF2B5EF4-FFF2-40B4-BE49-F238E27FC236}">
                <a16:creationId xmlns:a16="http://schemas.microsoft.com/office/drawing/2014/main" id="{A1F5E2CC-540F-3B4B-AFE3-82A057CE6874}"/>
              </a:ext>
            </a:extLst>
          </p:cNvPr>
          <p:cNvSpPr>
            <a:spLocks noGrp="1"/>
          </p:cNvSpPr>
          <p:nvPr>
            <p:ph type="pic" sz="quarter" idx="25" hasCustomPrompt="1"/>
          </p:nvPr>
        </p:nvSpPr>
        <p:spPr>
          <a:xfrm>
            <a:off x="8153400" y="1509828"/>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15" name="Oval 14">
            <a:extLst>
              <a:ext uri="{FF2B5EF4-FFF2-40B4-BE49-F238E27FC236}">
                <a16:creationId xmlns:a16="http://schemas.microsoft.com/office/drawing/2014/main" id="{6460117C-00D4-B143-83A1-96D3853B71BA}"/>
              </a:ext>
            </a:extLst>
          </p:cNvPr>
          <p:cNvSpPr/>
          <p:nvPr userDrawn="1"/>
        </p:nvSpPr>
        <p:spPr>
          <a:xfrm>
            <a:off x="8153400" y="5333281"/>
            <a:ext cx="2385150" cy="226285"/>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8" name="Oval 17">
            <a:extLst>
              <a:ext uri="{FF2B5EF4-FFF2-40B4-BE49-F238E27FC236}">
                <a16:creationId xmlns:a16="http://schemas.microsoft.com/office/drawing/2014/main" id="{A83B4F82-643B-F744-9B74-C97288C3DB59}"/>
              </a:ext>
            </a:extLst>
          </p:cNvPr>
          <p:cNvSpPr/>
          <p:nvPr userDrawn="1"/>
        </p:nvSpPr>
        <p:spPr>
          <a:xfrm>
            <a:off x="4903425" y="5936347"/>
            <a:ext cx="2385150" cy="226285"/>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9" name="Title 1">
            <a:extLst>
              <a:ext uri="{FF2B5EF4-FFF2-40B4-BE49-F238E27FC236}">
                <a16:creationId xmlns:a16="http://schemas.microsoft.com/office/drawing/2014/main" id="{C0138A2D-43B0-FF48-A1C1-0B15B27E701E}"/>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sp>
        <p:nvSpPr>
          <p:cNvPr id="20" name="Text Placeholder 9">
            <a:extLst>
              <a:ext uri="{FF2B5EF4-FFF2-40B4-BE49-F238E27FC236}">
                <a16:creationId xmlns:a16="http://schemas.microsoft.com/office/drawing/2014/main" id="{222BB081-FBC5-4A46-BDBE-FD0130C4A53F}"/>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21" name="Picture Placeholder 13">
            <a:extLst>
              <a:ext uri="{FF2B5EF4-FFF2-40B4-BE49-F238E27FC236}">
                <a16:creationId xmlns:a16="http://schemas.microsoft.com/office/drawing/2014/main" id="{0292A937-10F0-BA43-B2F1-AE0DA7660D4A}"/>
              </a:ext>
            </a:extLst>
          </p:cNvPr>
          <p:cNvSpPr>
            <a:spLocks noGrp="1"/>
          </p:cNvSpPr>
          <p:nvPr>
            <p:ph type="pic" sz="quarter" idx="26" hasCustomPrompt="1"/>
          </p:nvPr>
        </p:nvSpPr>
        <p:spPr>
          <a:xfrm>
            <a:off x="4903425" y="2226036"/>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22" name="Picture Placeholder 13">
            <a:extLst>
              <a:ext uri="{FF2B5EF4-FFF2-40B4-BE49-F238E27FC236}">
                <a16:creationId xmlns:a16="http://schemas.microsoft.com/office/drawing/2014/main" id="{F4851F72-9D2D-0F4B-8F9C-B52D4D0347A6}"/>
              </a:ext>
            </a:extLst>
          </p:cNvPr>
          <p:cNvSpPr>
            <a:spLocks noGrp="1"/>
          </p:cNvSpPr>
          <p:nvPr>
            <p:ph type="pic" sz="quarter" idx="27" hasCustomPrompt="1"/>
          </p:nvPr>
        </p:nvSpPr>
        <p:spPr>
          <a:xfrm>
            <a:off x="1653450" y="1509828"/>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Tree>
    <p:extLst>
      <p:ext uri="{BB962C8B-B14F-4D97-AF65-F5344CB8AC3E}">
        <p14:creationId xmlns:p14="http://schemas.microsoft.com/office/powerpoint/2010/main" val="1443104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 Cards Stage Watermelon">
    <p:bg>
      <p:bgPr>
        <a:solidFill>
          <a:schemeClr val="accent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F10FC7B-FBC7-F44F-B97B-4BED22B1C692}"/>
              </a:ext>
            </a:extLst>
          </p:cNvPr>
          <p:cNvSpPr/>
          <p:nvPr userDrawn="1"/>
        </p:nvSpPr>
        <p:spPr>
          <a:xfrm>
            <a:off x="0" y="5094000"/>
            <a:ext cx="12189600" cy="1764000"/>
          </a:xfrm>
          <a:prstGeom prst="rect">
            <a:avLst/>
          </a:prstGeom>
          <a:solidFill>
            <a:srgbClr val="F54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981C33D4-DFDE-5B49-B337-F015EF2388FA}"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6" name="Oval 15">
            <a:extLst>
              <a:ext uri="{FF2B5EF4-FFF2-40B4-BE49-F238E27FC236}">
                <a16:creationId xmlns:a16="http://schemas.microsoft.com/office/drawing/2014/main" id="{5993FC69-287A-764A-B5CD-159DB8EEB51C}"/>
              </a:ext>
            </a:extLst>
          </p:cNvPr>
          <p:cNvSpPr/>
          <p:nvPr userDrawn="1"/>
        </p:nvSpPr>
        <p:spPr>
          <a:xfrm>
            <a:off x="1653450" y="5333281"/>
            <a:ext cx="2385150" cy="226285"/>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pic>
        <p:nvPicPr>
          <p:cNvPr id="17" name="Picture 16">
            <a:extLst>
              <a:ext uri="{FF2B5EF4-FFF2-40B4-BE49-F238E27FC236}">
                <a16:creationId xmlns:a16="http://schemas.microsoft.com/office/drawing/2014/main" id="{666DFB49-E8F0-BB43-9545-721AFFD16FF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5" name="Oval 14">
            <a:extLst>
              <a:ext uri="{FF2B5EF4-FFF2-40B4-BE49-F238E27FC236}">
                <a16:creationId xmlns:a16="http://schemas.microsoft.com/office/drawing/2014/main" id="{6460117C-00D4-B143-83A1-96D3853B71BA}"/>
              </a:ext>
            </a:extLst>
          </p:cNvPr>
          <p:cNvSpPr/>
          <p:nvPr userDrawn="1"/>
        </p:nvSpPr>
        <p:spPr>
          <a:xfrm>
            <a:off x="8153400" y="5333281"/>
            <a:ext cx="2385150" cy="226285"/>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18" name="Oval 17">
            <a:extLst>
              <a:ext uri="{FF2B5EF4-FFF2-40B4-BE49-F238E27FC236}">
                <a16:creationId xmlns:a16="http://schemas.microsoft.com/office/drawing/2014/main" id="{A83B4F82-643B-F744-9B74-C97288C3DB59}"/>
              </a:ext>
            </a:extLst>
          </p:cNvPr>
          <p:cNvSpPr/>
          <p:nvPr userDrawn="1"/>
        </p:nvSpPr>
        <p:spPr>
          <a:xfrm>
            <a:off x="4903425" y="5936347"/>
            <a:ext cx="2385150" cy="226285"/>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0" name="Title 1">
            <a:extLst>
              <a:ext uri="{FF2B5EF4-FFF2-40B4-BE49-F238E27FC236}">
                <a16:creationId xmlns:a16="http://schemas.microsoft.com/office/drawing/2014/main" id="{9D041DDA-82A9-0B4C-98C5-643C86E1F472}"/>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sp>
        <p:nvSpPr>
          <p:cNvPr id="21" name="Text Placeholder 9">
            <a:extLst>
              <a:ext uri="{FF2B5EF4-FFF2-40B4-BE49-F238E27FC236}">
                <a16:creationId xmlns:a16="http://schemas.microsoft.com/office/drawing/2014/main" id="{70C94D68-34EF-6C4C-96EB-F61505846DD1}"/>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22" name="Picture Placeholder 13">
            <a:extLst>
              <a:ext uri="{FF2B5EF4-FFF2-40B4-BE49-F238E27FC236}">
                <a16:creationId xmlns:a16="http://schemas.microsoft.com/office/drawing/2014/main" id="{914921FC-6CCF-4B4E-8E66-D75C927BB255}"/>
              </a:ext>
            </a:extLst>
          </p:cNvPr>
          <p:cNvSpPr>
            <a:spLocks noGrp="1"/>
          </p:cNvSpPr>
          <p:nvPr>
            <p:ph type="pic" sz="quarter" idx="25" hasCustomPrompt="1"/>
          </p:nvPr>
        </p:nvSpPr>
        <p:spPr>
          <a:xfrm>
            <a:off x="8153400" y="1509828"/>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23" name="Picture Placeholder 13">
            <a:extLst>
              <a:ext uri="{FF2B5EF4-FFF2-40B4-BE49-F238E27FC236}">
                <a16:creationId xmlns:a16="http://schemas.microsoft.com/office/drawing/2014/main" id="{5C81B711-0069-BA4F-A8A4-E7700D4DA976}"/>
              </a:ext>
            </a:extLst>
          </p:cNvPr>
          <p:cNvSpPr>
            <a:spLocks noGrp="1"/>
          </p:cNvSpPr>
          <p:nvPr>
            <p:ph type="pic" sz="quarter" idx="26" hasCustomPrompt="1"/>
          </p:nvPr>
        </p:nvSpPr>
        <p:spPr>
          <a:xfrm>
            <a:off x="4903425" y="2226036"/>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24" name="Picture Placeholder 13">
            <a:extLst>
              <a:ext uri="{FF2B5EF4-FFF2-40B4-BE49-F238E27FC236}">
                <a16:creationId xmlns:a16="http://schemas.microsoft.com/office/drawing/2014/main" id="{88FF500E-CDF2-8544-A410-622174103230}"/>
              </a:ext>
            </a:extLst>
          </p:cNvPr>
          <p:cNvSpPr>
            <a:spLocks noGrp="1"/>
          </p:cNvSpPr>
          <p:nvPr>
            <p:ph type="pic" sz="quarter" idx="27" hasCustomPrompt="1"/>
          </p:nvPr>
        </p:nvSpPr>
        <p:spPr>
          <a:xfrm>
            <a:off x="1653450" y="1509828"/>
            <a:ext cx="2385150" cy="3333530"/>
          </a:xfrm>
          <a:custGeom>
            <a:avLst/>
            <a:gdLst>
              <a:gd name="connsiteX0" fmla="*/ 225230 w 2385150"/>
              <a:gd name="connsiteY0" fmla="*/ 0 h 3333530"/>
              <a:gd name="connsiteX1" fmla="*/ 2159920 w 2385150"/>
              <a:gd name="connsiteY1" fmla="*/ 0 h 3333530"/>
              <a:gd name="connsiteX2" fmla="*/ 2385150 w 2385150"/>
              <a:gd name="connsiteY2" fmla="*/ 225230 h 3333530"/>
              <a:gd name="connsiteX3" fmla="*/ 2385150 w 2385150"/>
              <a:gd name="connsiteY3" fmla="*/ 3108300 h 3333530"/>
              <a:gd name="connsiteX4" fmla="*/ 2159920 w 2385150"/>
              <a:gd name="connsiteY4" fmla="*/ 3333530 h 3333530"/>
              <a:gd name="connsiteX5" fmla="*/ 225230 w 2385150"/>
              <a:gd name="connsiteY5" fmla="*/ 3333530 h 3333530"/>
              <a:gd name="connsiteX6" fmla="*/ 0 w 2385150"/>
              <a:gd name="connsiteY6" fmla="*/ 3108300 h 3333530"/>
              <a:gd name="connsiteX7" fmla="*/ 0 w 2385150"/>
              <a:gd name="connsiteY7" fmla="*/ 225230 h 3333530"/>
              <a:gd name="connsiteX8" fmla="*/ 225230 w 2385150"/>
              <a:gd name="connsiteY8" fmla="*/ 0 h 333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5150" h="3333530">
                <a:moveTo>
                  <a:pt x="225230" y="0"/>
                </a:moveTo>
                <a:lnTo>
                  <a:pt x="2159920" y="0"/>
                </a:lnTo>
                <a:cubicBezTo>
                  <a:pt x="2284311" y="0"/>
                  <a:pt x="2385150" y="100839"/>
                  <a:pt x="2385150" y="225230"/>
                </a:cubicBezTo>
                <a:lnTo>
                  <a:pt x="2385150" y="3108300"/>
                </a:lnTo>
                <a:cubicBezTo>
                  <a:pt x="2385150" y="3232691"/>
                  <a:pt x="2284311" y="3333530"/>
                  <a:pt x="2159920" y="3333530"/>
                </a:cubicBezTo>
                <a:lnTo>
                  <a:pt x="225230" y="3333530"/>
                </a:lnTo>
                <a:cubicBezTo>
                  <a:pt x="100839" y="3333530"/>
                  <a:pt x="0" y="3232691"/>
                  <a:pt x="0" y="3108300"/>
                </a:cubicBezTo>
                <a:lnTo>
                  <a:pt x="0" y="225230"/>
                </a:lnTo>
                <a:cubicBezTo>
                  <a:pt x="0" y="100839"/>
                  <a:pt x="100839" y="0"/>
                  <a:pt x="225230"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Tree>
    <p:extLst>
      <p:ext uri="{BB962C8B-B14F-4D97-AF65-F5344CB8AC3E}">
        <p14:creationId xmlns:p14="http://schemas.microsoft.com/office/powerpoint/2010/main" val="929354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 4 Cards Dynamic Watermelon">
    <p:bg>
      <p:bgPr>
        <a:solidFill>
          <a:schemeClr val="accent2"/>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4DD781F-C19C-964B-8442-8DD32F04A155}"/>
              </a:ext>
            </a:extLst>
          </p:cNvPr>
          <p:cNvSpPr/>
          <p:nvPr userDrawn="1"/>
        </p:nvSpPr>
        <p:spPr>
          <a:xfrm>
            <a:off x="0" y="5094000"/>
            <a:ext cx="12189600" cy="1764000"/>
          </a:xfrm>
          <a:prstGeom prst="rect">
            <a:avLst/>
          </a:prstGeom>
          <a:solidFill>
            <a:srgbClr val="F64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5243513" algn="l"/>
              </a:tabLst>
            </a:pPr>
            <a:r>
              <a:rPr lang="en-GB" b="0" i="0">
                <a:latin typeface="Raleway" pitchFamily="2" charset="77"/>
              </a:rPr>
              <a:t> </a:t>
            </a:r>
          </a:p>
        </p:txBody>
      </p:sp>
      <p:sp>
        <p:nvSpPr>
          <p:cNvPr id="2" name="Title 1">
            <a:extLst>
              <a:ext uri="{FF2B5EF4-FFF2-40B4-BE49-F238E27FC236}">
                <a16:creationId xmlns:a16="http://schemas.microsoft.com/office/drawing/2014/main" id="{C3282FD8-A56D-D14F-9F60-049829BBC33E}"/>
              </a:ext>
            </a:extLst>
          </p:cNvPr>
          <p:cNvSpPr>
            <a:spLocks noGrp="1"/>
          </p:cNvSpPr>
          <p:nvPr>
            <p:ph type="title" hasCustomPrompt="1"/>
          </p:nvPr>
        </p:nvSpPr>
        <p:spPr>
          <a:xfrm>
            <a:off x="360000" y="494928"/>
            <a:ext cx="11472000" cy="360000"/>
          </a:xfrm>
          <a:prstGeom prst="rect">
            <a:avLst/>
          </a:prstGeom>
        </p:spPr>
        <p:txBody>
          <a:bodyPr/>
          <a:lstStyle>
            <a:lvl1pPr>
              <a:defRPr sz="2000"/>
            </a:lvl1pPr>
          </a:lstStyle>
          <a:p>
            <a:r>
              <a:rPr lang="en-GB"/>
              <a:t>Place headline here</a:t>
            </a:r>
          </a:p>
        </p:txBody>
      </p:sp>
      <p:pic>
        <p:nvPicPr>
          <p:cNvPr id="7" name="Picture 6">
            <a:extLst>
              <a:ext uri="{FF2B5EF4-FFF2-40B4-BE49-F238E27FC236}">
                <a16:creationId xmlns:a16="http://schemas.microsoft.com/office/drawing/2014/main" id="{948452E9-162C-3C46-A72C-33266168C0EE}"/>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0" name="Text Placeholder 9">
            <a:extLst>
              <a:ext uri="{FF2B5EF4-FFF2-40B4-BE49-F238E27FC236}">
                <a16:creationId xmlns:a16="http://schemas.microsoft.com/office/drawing/2014/main" id="{D27412CD-27D2-434F-8335-C9F998BC6CF4}"/>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2" name="Date Placeholder 11">
            <a:extLst>
              <a:ext uri="{FF2B5EF4-FFF2-40B4-BE49-F238E27FC236}">
                <a16:creationId xmlns:a16="http://schemas.microsoft.com/office/drawing/2014/main" id="{FCF753CB-10D3-394A-9127-D17AC57C35E4}"/>
              </a:ext>
            </a:extLst>
          </p:cNvPr>
          <p:cNvSpPr>
            <a:spLocks noGrp="1"/>
          </p:cNvSpPr>
          <p:nvPr>
            <p:ph type="dt" sz="half" idx="14"/>
          </p:nvPr>
        </p:nvSpPr>
        <p:spPr/>
        <p:txBody>
          <a:bodyPr/>
          <a:lstStyle>
            <a:lvl1pPr>
              <a:defRPr>
                <a:solidFill>
                  <a:schemeClr val="tx1"/>
                </a:solidFill>
              </a:defRPr>
            </a:lvl1pPr>
          </a:lstStyle>
          <a:p>
            <a:fld id="{BB6A827B-6D33-0B44-AF68-8481F4D31D24}" type="datetime4">
              <a:rPr lang="en-GB" smtClean="0"/>
              <a:pPr/>
              <a:t>09 April 2026</a:t>
            </a:fld>
            <a:endParaRPr lang="en-GB"/>
          </a:p>
        </p:txBody>
      </p:sp>
      <p:sp>
        <p:nvSpPr>
          <p:cNvPr id="17" name="Footer Placeholder 16">
            <a:extLst>
              <a:ext uri="{FF2B5EF4-FFF2-40B4-BE49-F238E27FC236}">
                <a16:creationId xmlns:a16="http://schemas.microsoft.com/office/drawing/2014/main" id="{71D951EB-4386-AF4A-A32B-1968B862A93C}"/>
              </a:ext>
            </a:extLst>
          </p:cNvPr>
          <p:cNvSpPr>
            <a:spLocks noGrp="1"/>
          </p:cNvSpPr>
          <p:nvPr>
            <p:ph type="ftr" sz="quarter" idx="15"/>
          </p:nvPr>
        </p:nvSpPr>
        <p:spPr/>
        <p:txBody>
          <a:bodyPr/>
          <a:lstStyle>
            <a:lvl1pPr>
              <a:defRPr>
                <a:solidFill>
                  <a:schemeClr val="tx1"/>
                </a:solidFill>
              </a:defRPr>
            </a:lvl1pPr>
          </a:lstStyle>
          <a:p>
            <a:r>
              <a:rPr lang="en-GB"/>
              <a:t>Confidential</a:t>
            </a:r>
          </a:p>
        </p:txBody>
      </p:sp>
      <p:sp>
        <p:nvSpPr>
          <p:cNvPr id="18" name="Slide Number Placeholder 17">
            <a:extLst>
              <a:ext uri="{FF2B5EF4-FFF2-40B4-BE49-F238E27FC236}">
                <a16:creationId xmlns:a16="http://schemas.microsoft.com/office/drawing/2014/main" id="{EDAE62B1-574B-5447-B023-519EE5DD3EE7}"/>
              </a:ext>
            </a:extLst>
          </p:cNvPr>
          <p:cNvSpPr>
            <a:spLocks noGrp="1"/>
          </p:cNvSpPr>
          <p:nvPr>
            <p:ph type="sldNum" sz="quarter" idx="16"/>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9" name="Text Placeholder 13">
            <a:extLst>
              <a:ext uri="{FF2B5EF4-FFF2-40B4-BE49-F238E27FC236}">
                <a16:creationId xmlns:a16="http://schemas.microsoft.com/office/drawing/2014/main" id="{0B861DF8-0F6C-164E-9959-E9029257F77E}"/>
              </a:ext>
            </a:extLst>
          </p:cNvPr>
          <p:cNvSpPr>
            <a:spLocks noGrp="1"/>
          </p:cNvSpPr>
          <p:nvPr>
            <p:ph type="body" sz="quarter" idx="17" hasCustomPrompt="1"/>
          </p:nvPr>
        </p:nvSpPr>
        <p:spPr>
          <a:xfrm>
            <a:off x="360000" y="1990866"/>
            <a:ext cx="3935774" cy="919758"/>
          </a:xfrm>
        </p:spPr>
        <p:txBody>
          <a:bodyPr/>
          <a:lstStyle>
            <a:lvl1pPr marL="0" indent="0">
              <a:spcBef>
                <a:spcPts val="0"/>
              </a:spcBef>
              <a:spcAft>
                <a:spcPts val="1200"/>
              </a:spcAft>
              <a:buNone/>
              <a:defRPr lang="en-GB" sz="1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
        <p:nvSpPr>
          <p:cNvPr id="33" name="Oval 32">
            <a:extLst>
              <a:ext uri="{FF2B5EF4-FFF2-40B4-BE49-F238E27FC236}">
                <a16:creationId xmlns:a16="http://schemas.microsoft.com/office/drawing/2014/main" id="{62DFA2FD-2FAC-EA4F-8E7C-4A6134E44DF3}"/>
              </a:ext>
            </a:extLst>
          </p:cNvPr>
          <p:cNvSpPr/>
          <p:nvPr userDrawn="1"/>
        </p:nvSpPr>
        <p:spPr>
          <a:xfrm>
            <a:off x="4572000" y="5934781"/>
            <a:ext cx="2223751" cy="192048"/>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38" name="Oval 37">
            <a:extLst>
              <a:ext uri="{FF2B5EF4-FFF2-40B4-BE49-F238E27FC236}">
                <a16:creationId xmlns:a16="http://schemas.microsoft.com/office/drawing/2014/main" id="{CC8B72C0-2873-3949-96EC-D9731BDA3E58}"/>
              </a:ext>
            </a:extLst>
          </p:cNvPr>
          <p:cNvSpPr/>
          <p:nvPr userDrawn="1"/>
        </p:nvSpPr>
        <p:spPr>
          <a:xfrm>
            <a:off x="7146875" y="5240045"/>
            <a:ext cx="2245603" cy="219625"/>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40" name="Oval 39">
            <a:extLst>
              <a:ext uri="{FF2B5EF4-FFF2-40B4-BE49-F238E27FC236}">
                <a16:creationId xmlns:a16="http://schemas.microsoft.com/office/drawing/2014/main" id="{A35D40B9-BBAF-1B49-94E6-96D5788BEB5D}"/>
              </a:ext>
            </a:extLst>
          </p:cNvPr>
          <p:cNvSpPr/>
          <p:nvPr userDrawn="1"/>
        </p:nvSpPr>
        <p:spPr>
          <a:xfrm>
            <a:off x="9721750" y="5823729"/>
            <a:ext cx="1718189" cy="192048"/>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42" name="Freeform 41">
            <a:extLst>
              <a:ext uri="{FF2B5EF4-FFF2-40B4-BE49-F238E27FC236}">
                <a16:creationId xmlns:a16="http://schemas.microsoft.com/office/drawing/2014/main" id="{77537CF1-F2BC-E941-8312-3C43B46D4DAB}"/>
              </a:ext>
            </a:extLst>
          </p:cNvPr>
          <p:cNvSpPr/>
          <p:nvPr userDrawn="1"/>
        </p:nvSpPr>
        <p:spPr>
          <a:xfrm>
            <a:off x="11895057" y="5173183"/>
            <a:ext cx="296943" cy="110300"/>
          </a:xfrm>
          <a:custGeom>
            <a:avLst/>
            <a:gdLst>
              <a:gd name="connsiteX0" fmla="*/ 296943 w 296943"/>
              <a:gd name="connsiteY0" fmla="*/ 0 h 110300"/>
              <a:gd name="connsiteX1" fmla="*/ 296943 w 296943"/>
              <a:gd name="connsiteY1" fmla="*/ 110300 h 110300"/>
              <a:gd name="connsiteX2" fmla="*/ 251623 w 296943"/>
              <a:gd name="connsiteY2" fmla="*/ 107102 h 110300"/>
              <a:gd name="connsiteX3" fmla="*/ 0 w 296943"/>
              <a:gd name="connsiteY3" fmla="*/ 55150 h 110300"/>
              <a:gd name="connsiteX4" fmla="*/ 251623 w 296943"/>
              <a:gd name="connsiteY4" fmla="*/ 3198 h 110300"/>
              <a:gd name="connsiteX5" fmla="*/ 296943 w 296943"/>
              <a:gd name="connsiteY5" fmla="*/ 0 h 11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43" h="110300">
                <a:moveTo>
                  <a:pt x="296943" y="0"/>
                </a:moveTo>
                <a:lnTo>
                  <a:pt x="296943" y="110300"/>
                </a:lnTo>
                <a:lnTo>
                  <a:pt x="251623" y="107102"/>
                </a:lnTo>
                <a:cubicBezTo>
                  <a:pt x="96157" y="93807"/>
                  <a:pt x="0" y="75439"/>
                  <a:pt x="0" y="55150"/>
                </a:cubicBezTo>
                <a:cubicBezTo>
                  <a:pt x="0" y="34862"/>
                  <a:pt x="96157" y="16494"/>
                  <a:pt x="251623" y="3198"/>
                </a:cubicBezTo>
                <a:lnTo>
                  <a:pt x="296943" y="0"/>
                </a:lnTo>
                <a:close/>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7" name="Picture Placeholder 26">
            <a:extLst>
              <a:ext uri="{FF2B5EF4-FFF2-40B4-BE49-F238E27FC236}">
                <a16:creationId xmlns:a16="http://schemas.microsoft.com/office/drawing/2014/main" id="{1AB3AE67-641A-C547-92F6-1272E63D0530}"/>
              </a:ext>
            </a:extLst>
          </p:cNvPr>
          <p:cNvSpPr>
            <a:spLocks noGrp="1"/>
          </p:cNvSpPr>
          <p:nvPr>
            <p:ph type="pic" sz="quarter" idx="27" hasCustomPrompt="1"/>
          </p:nvPr>
        </p:nvSpPr>
        <p:spPr>
          <a:xfrm>
            <a:off x="4572001" y="2910625"/>
            <a:ext cx="2223751" cy="2833353"/>
          </a:xfrm>
          <a:custGeom>
            <a:avLst/>
            <a:gdLst>
              <a:gd name="connsiteX0" fmla="*/ 210278 w 2223751"/>
              <a:gd name="connsiteY0" fmla="*/ 0 h 2833353"/>
              <a:gd name="connsiteX1" fmla="*/ 2013473 w 2223751"/>
              <a:gd name="connsiteY1" fmla="*/ 0 h 2833353"/>
              <a:gd name="connsiteX2" fmla="*/ 2223751 w 2223751"/>
              <a:gd name="connsiteY2" fmla="*/ 210278 h 2833353"/>
              <a:gd name="connsiteX3" fmla="*/ 2223751 w 2223751"/>
              <a:gd name="connsiteY3" fmla="*/ 2623075 h 2833353"/>
              <a:gd name="connsiteX4" fmla="*/ 2013473 w 2223751"/>
              <a:gd name="connsiteY4" fmla="*/ 2833353 h 2833353"/>
              <a:gd name="connsiteX5" fmla="*/ 210278 w 2223751"/>
              <a:gd name="connsiteY5" fmla="*/ 2833353 h 2833353"/>
              <a:gd name="connsiteX6" fmla="*/ 0 w 2223751"/>
              <a:gd name="connsiteY6" fmla="*/ 2623075 h 2833353"/>
              <a:gd name="connsiteX7" fmla="*/ 0 w 2223751"/>
              <a:gd name="connsiteY7" fmla="*/ 210278 h 2833353"/>
              <a:gd name="connsiteX8" fmla="*/ 210278 w 2223751"/>
              <a:gd name="connsiteY8" fmla="*/ 0 h 2833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23751" h="2833353">
                <a:moveTo>
                  <a:pt x="210278" y="0"/>
                </a:moveTo>
                <a:lnTo>
                  <a:pt x="2013473" y="0"/>
                </a:lnTo>
                <a:cubicBezTo>
                  <a:pt x="2129606" y="0"/>
                  <a:pt x="2223751" y="94145"/>
                  <a:pt x="2223751" y="210278"/>
                </a:cubicBezTo>
                <a:lnTo>
                  <a:pt x="2223751" y="2623075"/>
                </a:lnTo>
                <a:cubicBezTo>
                  <a:pt x="2223751" y="2739208"/>
                  <a:pt x="2129606" y="2833353"/>
                  <a:pt x="2013473" y="2833353"/>
                </a:cubicBezTo>
                <a:lnTo>
                  <a:pt x="210278" y="2833353"/>
                </a:lnTo>
                <a:cubicBezTo>
                  <a:pt x="94145" y="2833353"/>
                  <a:pt x="0" y="2739208"/>
                  <a:pt x="0" y="2623075"/>
                </a:cubicBezTo>
                <a:lnTo>
                  <a:pt x="0" y="210278"/>
                </a:lnTo>
                <a:cubicBezTo>
                  <a:pt x="0" y="94145"/>
                  <a:pt x="94145" y="0"/>
                  <a:pt x="210278" y="0"/>
                </a:cubicBezTo>
                <a:close/>
              </a:path>
            </a:pathLst>
          </a:custGeom>
          <a:solidFill>
            <a:schemeClr val="accent2"/>
          </a:solidFill>
          <a:ln w="317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tx1"/>
                </a:solidFill>
                <a:latin typeface="Raleway" pitchFamily="2" charset="77"/>
              </a:defRPr>
            </a:lvl1pPr>
          </a:lstStyle>
          <a:p>
            <a:pPr marL="0" lvl="0" algn="ctr"/>
            <a:r>
              <a:rPr lang="en-GB"/>
              <a:t>Add image</a:t>
            </a:r>
          </a:p>
        </p:txBody>
      </p:sp>
      <p:sp>
        <p:nvSpPr>
          <p:cNvPr id="34" name="Picture Placeholder 33">
            <a:extLst>
              <a:ext uri="{FF2B5EF4-FFF2-40B4-BE49-F238E27FC236}">
                <a16:creationId xmlns:a16="http://schemas.microsoft.com/office/drawing/2014/main" id="{740B3983-9E10-214E-A906-C3BFF37643BE}"/>
              </a:ext>
            </a:extLst>
          </p:cNvPr>
          <p:cNvSpPr>
            <a:spLocks noGrp="1"/>
          </p:cNvSpPr>
          <p:nvPr>
            <p:ph type="pic" sz="quarter" idx="28" hasCustomPrompt="1"/>
          </p:nvPr>
        </p:nvSpPr>
        <p:spPr>
          <a:xfrm>
            <a:off x="7156174" y="1990865"/>
            <a:ext cx="2236304" cy="2876268"/>
          </a:xfrm>
          <a:custGeom>
            <a:avLst/>
            <a:gdLst>
              <a:gd name="connsiteX0" fmla="*/ 236646 w 2236304"/>
              <a:gd name="connsiteY0" fmla="*/ 0 h 2876268"/>
              <a:gd name="connsiteX1" fmla="*/ 1999658 w 2236304"/>
              <a:gd name="connsiteY1" fmla="*/ 0 h 2876268"/>
              <a:gd name="connsiteX2" fmla="*/ 2236304 w 2236304"/>
              <a:gd name="connsiteY2" fmla="*/ 236646 h 2876268"/>
              <a:gd name="connsiteX3" fmla="*/ 2236304 w 2236304"/>
              <a:gd name="connsiteY3" fmla="*/ 2639622 h 2876268"/>
              <a:gd name="connsiteX4" fmla="*/ 1999658 w 2236304"/>
              <a:gd name="connsiteY4" fmla="*/ 2876268 h 2876268"/>
              <a:gd name="connsiteX5" fmla="*/ 236646 w 2236304"/>
              <a:gd name="connsiteY5" fmla="*/ 2876268 h 2876268"/>
              <a:gd name="connsiteX6" fmla="*/ 0 w 2236304"/>
              <a:gd name="connsiteY6" fmla="*/ 2639622 h 2876268"/>
              <a:gd name="connsiteX7" fmla="*/ 0 w 2236304"/>
              <a:gd name="connsiteY7" fmla="*/ 236646 h 2876268"/>
              <a:gd name="connsiteX8" fmla="*/ 236646 w 2236304"/>
              <a:gd name="connsiteY8" fmla="*/ 0 h 287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6304" h="2876268">
                <a:moveTo>
                  <a:pt x="236646" y="0"/>
                </a:moveTo>
                <a:lnTo>
                  <a:pt x="1999658" y="0"/>
                </a:lnTo>
                <a:cubicBezTo>
                  <a:pt x="2130354" y="0"/>
                  <a:pt x="2236304" y="105950"/>
                  <a:pt x="2236304" y="236646"/>
                </a:cubicBezTo>
                <a:lnTo>
                  <a:pt x="2236304" y="2639622"/>
                </a:lnTo>
                <a:cubicBezTo>
                  <a:pt x="2236304" y="2770318"/>
                  <a:pt x="2130354" y="2876268"/>
                  <a:pt x="1999658" y="2876268"/>
                </a:cubicBezTo>
                <a:lnTo>
                  <a:pt x="236646" y="2876268"/>
                </a:lnTo>
                <a:cubicBezTo>
                  <a:pt x="105950" y="2876268"/>
                  <a:pt x="0" y="2770318"/>
                  <a:pt x="0" y="2639622"/>
                </a:cubicBezTo>
                <a:lnTo>
                  <a:pt x="0" y="236646"/>
                </a:lnTo>
                <a:cubicBezTo>
                  <a:pt x="0" y="105950"/>
                  <a:pt x="105950" y="0"/>
                  <a:pt x="236646" y="0"/>
                </a:cubicBezTo>
                <a:close/>
              </a:path>
            </a:pathLst>
          </a:custGeom>
          <a:solidFill>
            <a:schemeClr val="accent2"/>
          </a:solidFill>
          <a:ln w="317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tx1"/>
                </a:solidFill>
                <a:latin typeface="Raleway" pitchFamily="2" charset="77"/>
              </a:defRPr>
            </a:lvl1pPr>
          </a:lstStyle>
          <a:p>
            <a:pPr marL="0" lvl="0" algn="ctr"/>
            <a:r>
              <a:rPr lang="en-GB"/>
              <a:t>Add image</a:t>
            </a:r>
          </a:p>
        </p:txBody>
      </p:sp>
      <p:sp>
        <p:nvSpPr>
          <p:cNvPr id="35" name="Picture Placeholder 34">
            <a:extLst>
              <a:ext uri="{FF2B5EF4-FFF2-40B4-BE49-F238E27FC236}">
                <a16:creationId xmlns:a16="http://schemas.microsoft.com/office/drawing/2014/main" id="{9A5A2D6F-514A-C347-B5A4-2935E0EEB1C4}"/>
              </a:ext>
            </a:extLst>
          </p:cNvPr>
          <p:cNvSpPr>
            <a:spLocks noGrp="1"/>
          </p:cNvSpPr>
          <p:nvPr>
            <p:ph type="pic" sz="quarter" idx="29" hasCustomPrompt="1"/>
          </p:nvPr>
        </p:nvSpPr>
        <p:spPr>
          <a:xfrm>
            <a:off x="9721751" y="2502793"/>
            <a:ext cx="1718189" cy="2876268"/>
          </a:xfrm>
          <a:custGeom>
            <a:avLst/>
            <a:gdLst>
              <a:gd name="connsiteX0" fmla="*/ 213141 w 1718189"/>
              <a:gd name="connsiteY0" fmla="*/ 0 h 2876268"/>
              <a:gd name="connsiteX1" fmla="*/ 1505048 w 1718189"/>
              <a:gd name="connsiteY1" fmla="*/ 0 h 2876268"/>
              <a:gd name="connsiteX2" fmla="*/ 1718189 w 1718189"/>
              <a:gd name="connsiteY2" fmla="*/ 213141 h 2876268"/>
              <a:gd name="connsiteX3" fmla="*/ 1718189 w 1718189"/>
              <a:gd name="connsiteY3" fmla="*/ 2663127 h 2876268"/>
              <a:gd name="connsiteX4" fmla="*/ 1505048 w 1718189"/>
              <a:gd name="connsiteY4" fmla="*/ 2876268 h 2876268"/>
              <a:gd name="connsiteX5" fmla="*/ 213141 w 1718189"/>
              <a:gd name="connsiteY5" fmla="*/ 2876268 h 2876268"/>
              <a:gd name="connsiteX6" fmla="*/ 0 w 1718189"/>
              <a:gd name="connsiteY6" fmla="*/ 2663127 h 2876268"/>
              <a:gd name="connsiteX7" fmla="*/ 0 w 1718189"/>
              <a:gd name="connsiteY7" fmla="*/ 213141 h 2876268"/>
              <a:gd name="connsiteX8" fmla="*/ 213141 w 1718189"/>
              <a:gd name="connsiteY8" fmla="*/ 0 h 287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8189" h="2876268">
                <a:moveTo>
                  <a:pt x="213141" y="0"/>
                </a:moveTo>
                <a:lnTo>
                  <a:pt x="1505048" y="0"/>
                </a:lnTo>
                <a:cubicBezTo>
                  <a:pt x="1622763" y="0"/>
                  <a:pt x="1718189" y="95426"/>
                  <a:pt x="1718189" y="213141"/>
                </a:cubicBezTo>
                <a:lnTo>
                  <a:pt x="1718189" y="2663127"/>
                </a:lnTo>
                <a:cubicBezTo>
                  <a:pt x="1718189" y="2780842"/>
                  <a:pt x="1622763" y="2876268"/>
                  <a:pt x="1505048" y="2876268"/>
                </a:cubicBezTo>
                <a:lnTo>
                  <a:pt x="213141" y="2876268"/>
                </a:lnTo>
                <a:cubicBezTo>
                  <a:pt x="95426" y="2876268"/>
                  <a:pt x="0" y="2780842"/>
                  <a:pt x="0" y="2663127"/>
                </a:cubicBezTo>
                <a:lnTo>
                  <a:pt x="0" y="213141"/>
                </a:lnTo>
                <a:cubicBezTo>
                  <a:pt x="0" y="95426"/>
                  <a:pt x="95426" y="0"/>
                  <a:pt x="213141" y="0"/>
                </a:cubicBezTo>
                <a:close/>
              </a:path>
            </a:pathLst>
          </a:custGeom>
          <a:solidFill>
            <a:schemeClr val="accent2"/>
          </a:solidFill>
          <a:ln w="317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tx1"/>
                </a:solidFill>
                <a:latin typeface="Raleway" pitchFamily="2" charset="77"/>
              </a:defRPr>
            </a:lvl1pPr>
          </a:lstStyle>
          <a:p>
            <a:pPr marL="0" lvl="0" algn="ctr"/>
            <a:r>
              <a:rPr lang="en-GB"/>
              <a:t>Add image</a:t>
            </a:r>
          </a:p>
        </p:txBody>
      </p:sp>
      <p:sp>
        <p:nvSpPr>
          <p:cNvPr id="36" name="Picture Placeholder 35">
            <a:extLst>
              <a:ext uri="{FF2B5EF4-FFF2-40B4-BE49-F238E27FC236}">
                <a16:creationId xmlns:a16="http://schemas.microsoft.com/office/drawing/2014/main" id="{7EAE9F6B-AED4-AE46-8188-13DD708C7967}"/>
              </a:ext>
            </a:extLst>
          </p:cNvPr>
          <p:cNvSpPr>
            <a:spLocks noGrp="1"/>
          </p:cNvSpPr>
          <p:nvPr>
            <p:ph type="pic" sz="quarter" idx="30" hasCustomPrompt="1"/>
          </p:nvPr>
        </p:nvSpPr>
        <p:spPr>
          <a:xfrm>
            <a:off x="11895057" y="2693504"/>
            <a:ext cx="690952" cy="2017644"/>
          </a:xfrm>
          <a:custGeom>
            <a:avLst/>
            <a:gdLst>
              <a:gd name="connsiteX0" fmla="*/ 220966 w 690952"/>
              <a:gd name="connsiteY0" fmla="*/ 0 h 2017644"/>
              <a:gd name="connsiteX1" fmla="*/ 469986 w 690952"/>
              <a:gd name="connsiteY1" fmla="*/ 0 h 2017644"/>
              <a:gd name="connsiteX2" fmla="*/ 690952 w 690952"/>
              <a:gd name="connsiteY2" fmla="*/ 220966 h 2017644"/>
              <a:gd name="connsiteX3" fmla="*/ 690952 w 690952"/>
              <a:gd name="connsiteY3" fmla="*/ 1796678 h 2017644"/>
              <a:gd name="connsiteX4" fmla="*/ 469986 w 690952"/>
              <a:gd name="connsiteY4" fmla="*/ 2017644 h 2017644"/>
              <a:gd name="connsiteX5" fmla="*/ 220966 w 690952"/>
              <a:gd name="connsiteY5" fmla="*/ 2017644 h 2017644"/>
              <a:gd name="connsiteX6" fmla="*/ 0 w 690952"/>
              <a:gd name="connsiteY6" fmla="*/ 1796678 h 2017644"/>
              <a:gd name="connsiteX7" fmla="*/ 0 w 690952"/>
              <a:gd name="connsiteY7" fmla="*/ 220966 h 2017644"/>
              <a:gd name="connsiteX8" fmla="*/ 220966 w 690952"/>
              <a:gd name="connsiteY8" fmla="*/ 0 h 2017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952" h="2017644">
                <a:moveTo>
                  <a:pt x="220966" y="0"/>
                </a:moveTo>
                <a:lnTo>
                  <a:pt x="469986" y="0"/>
                </a:lnTo>
                <a:cubicBezTo>
                  <a:pt x="592022" y="0"/>
                  <a:pt x="690952" y="98930"/>
                  <a:pt x="690952" y="220966"/>
                </a:cubicBezTo>
                <a:lnTo>
                  <a:pt x="690952" y="1796678"/>
                </a:lnTo>
                <a:cubicBezTo>
                  <a:pt x="690952" y="1918714"/>
                  <a:pt x="592022" y="2017644"/>
                  <a:pt x="469986" y="2017644"/>
                </a:cubicBezTo>
                <a:lnTo>
                  <a:pt x="220966" y="2017644"/>
                </a:lnTo>
                <a:cubicBezTo>
                  <a:pt x="98930" y="2017644"/>
                  <a:pt x="0" y="1918714"/>
                  <a:pt x="0" y="1796678"/>
                </a:cubicBezTo>
                <a:lnTo>
                  <a:pt x="0" y="220966"/>
                </a:lnTo>
                <a:cubicBezTo>
                  <a:pt x="0" y="98930"/>
                  <a:pt x="98930" y="0"/>
                  <a:pt x="220966" y="0"/>
                </a:cubicBezTo>
                <a:close/>
              </a:path>
            </a:pathLst>
          </a:custGeom>
          <a:solidFill>
            <a:schemeClr val="accent2"/>
          </a:solidFill>
          <a:ln w="317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tx1"/>
                </a:solidFill>
                <a:latin typeface="Raleway" pitchFamily="2" charset="77"/>
              </a:defRPr>
            </a:lvl1pPr>
          </a:lstStyle>
          <a:p>
            <a:pPr marL="0" lvl="0" algn="ctr"/>
            <a:r>
              <a:rPr lang="en-GB"/>
              <a:t>Add image</a:t>
            </a:r>
          </a:p>
        </p:txBody>
      </p:sp>
    </p:spTree>
    <p:extLst>
      <p:ext uri="{BB962C8B-B14F-4D97-AF65-F5344CB8AC3E}">
        <p14:creationId xmlns:p14="http://schemas.microsoft.com/office/powerpoint/2010/main" val="23902342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Card Image Grid 4 Teal">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59999" y="494928"/>
            <a:ext cx="2036360" cy="360000"/>
          </a:xfrm>
          <a:prstGeom prst="rect">
            <a:avLst/>
          </a:prstGeom>
        </p:spPr>
        <p:txBody>
          <a:bodyPr/>
          <a:lstStyle>
            <a:lvl1pPr>
              <a:defRPr sz="2000">
                <a:solidFill>
                  <a:schemeClr val="tx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2036358" cy="218748"/>
          </a:xfrm>
        </p:spPr>
        <p:txBody>
          <a:bodyPr vert="horz" lIns="0" tIns="0" rIns="0" bIns="0" rtlCol="0" anchor="t">
            <a:noAutofit/>
          </a:bodyPr>
          <a:lstStyle>
            <a:lvl1pPr marL="0" indent="0">
              <a:buNone/>
              <a:defRPr lang="en-GB" sz="1200" b="0" i="0" dirty="0" smtClean="0">
                <a:solidFill>
                  <a:schemeClr val="tx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0" name="Picture 9">
            <a:extLst>
              <a:ext uri="{FF2B5EF4-FFF2-40B4-BE49-F238E27FC236}">
                <a16:creationId xmlns:a16="http://schemas.microsoft.com/office/drawing/2014/main" id="{685417E2-372A-B84A-AC47-039BF96A5167}"/>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46" name="Text Placeholder 13">
            <a:extLst>
              <a:ext uri="{FF2B5EF4-FFF2-40B4-BE49-F238E27FC236}">
                <a16:creationId xmlns:a16="http://schemas.microsoft.com/office/drawing/2014/main" id="{C4816194-6C81-614C-906D-B2C6F1EA4F12}"/>
              </a:ext>
            </a:extLst>
          </p:cNvPr>
          <p:cNvSpPr>
            <a:spLocks noGrp="1"/>
          </p:cNvSpPr>
          <p:nvPr>
            <p:ph type="body" sz="quarter" idx="17" hasCustomPrompt="1"/>
          </p:nvPr>
        </p:nvSpPr>
        <p:spPr>
          <a:xfrm>
            <a:off x="360000" y="1303283"/>
            <a:ext cx="2036359" cy="2033027"/>
          </a:xfrm>
        </p:spPr>
        <p:txBody>
          <a:bodyPr/>
          <a:lstStyle>
            <a:lvl1pPr marL="0" indent="0">
              <a:spcBef>
                <a:spcPts val="0"/>
              </a:spcBef>
              <a:spcAft>
                <a:spcPts val="1800"/>
              </a:spcAft>
              <a:buNone/>
              <a:defRPr lang="en-GB" sz="1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
        <p:nvSpPr>
          <p:cNvPr id="17" name="Picture Placeholder 16">
            <a:extLst>
              <a:ext uri="{FF2B5EF4-FFF2-40B4-BE49-F238E27FC236}">
                <a16:creationId xmlns:a16="http://schemas.microsoft.com/office/drawing/2014/main" id="{81BE57BA-D538-624D-8CA0-B5F91C3E76B6}"/>
              </a:ext>
            </a:extLst>
          </p:cNvPr>
          <p:cNvSpPr>
            <a:spLocks noGrp="1"/>
          </p:cNvSpPr>
          <p:nvPr>
            <p:ph type="pic" sz="quarter" idx="27" hasCustomPrompt="1"/>
          </p:nvPr>
        </p:nvSpPr>
        <p:spPr>
          <a:xfrm>
            <a:off x="2741936" y="276180"/>
            <a:ext cx="2189531" cy="3060130"/>
          </a:xfrm>
          <a:custGeom>
            <a:avLst/>
            <a:gdLst>
              <a:gd name="connsiteX0" fmla="*/ 225390 w 2189531"/>
              <a:gd name="connsiteY0" fmla="*/ 0 h 3060130"/>
              <a:gd name="connsiteX1" fmla="*/ 1964141 w 2189531"/>
              <a:gd name="connsiteY1" fmla="*/ 0 h 3060130"/>
              <a:gd name="connsiteX2" fmla="*/ 2189531 w 2189531"/>
              <a:gd name="connsiteY2" fmla="*/ 225390 h 3060130"/>
              <a:gd name="connsiteX3" fmla="*/ 2189531 w 2189531"/>
              <a:gd name="connsiteY3" fmla="*/ 2834740 h 3060130"/>
              <a:gd name="connsiteX4" fmla="*/ 1964141 w 2189531"/>
              <a:gd name="connsiteY4" fmla="*/ 3060130 h 3060130"/>
              <a:gd name="connsiteX5" fmla="*/ 225390 w 2189531"/>
              <a:gd name="connsiteY5" fmla="*/ 3060130 h 3060130"/>
              <a:gd name="connsiteX6" fmla="*/ 0 w 2189531"/>
              <a:gd name="connsiteY6" fmla="*/ 2834740 h 3060130"/>
              <a:gd name="connsiteX7" fmla="*/ 0 w 2189531"/>
              <a:gd name="connsiteY7" fmla="*/ 225390 h 3060130"/>
              <a:gd name="connsiteX8" fmla="*/ 225390 w 2189531"/>
              <a:gd name="connsiteY8" fmla="*/ 0 h 3060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31" h="3060130">
                <a:moveTo>
                  <a:pt x="225390" y="0"/>
                </a:moveTo>
                <a:lnTo>
                  <a:pt x="1964141" y="0"/>
                </a:lnTo>
                <a:cubicBezTo>
                  <a:pt x="2088620" y="0"/>
                  <a:pt x="2189531" y="100911"/>
                  <a:pt x="2189531" y="225390"/>
                </a:cubicBezTo>
                <a:lnTo>
                  <a:pt x="2189531" y="2834740"/>
                </a:lnTo>
                <a:cubicBezTo>
                  <a:pt x="2189531" y="2959219"/>
                  <a:pt x="2088620" y="3060130"/>
                  <a:pt x="1964141" y="3060130"/>
                </a:cubicBezTo>
                <a:lnTo>
                  <a:pt x="225390" y="3060130"/>
                </a:lnTo>
                <a:cubicBezTo>
                  <a:pt x="100911" y="3060130"/>
                  <a:pt x="0" y="2959219"/>
                  <a:pt x="0" y="2834740"/>
                </a:cubicBezTo>
                <a:lnTo>
                  <a:pt x="0" y="225390"/>
                </a:lnTo>
                <a:cubicBezTo>
                  <a:pt x="0" y="100911"/>
                  <a:pt x="100911" y="0"/>
                  <a:pt x="225390" y="0"/>
                </a:cubicBezTo>
                <a:close/>
              </a:path>
            </a:pathLst>
          </a:custGeom>
          <a:solidFill>
            <a:schemeClr val="bg1"/>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19" name="Picture Placeholder 18">
            <a:extLst>
              <a:ext uri="{FF2B5EF4-FFF2-40B4-BE49-F238E27FC236}">
                <a16:creationId xmlns:a16="http://schemas.microsoft.com/office/drawing/2014/main" id="{46294997-A289-4744-92E2-927704027C70}"/>
              </a:ext>
            </a:extLst>
          </p:cNvPr>
          <p:cNvSpPr>
            <a:spLocks noGrp="1"/>
          </p:cNvSpPr>
          <p:nvPr>
            <p:ph type="pic" sz="quarter" idx="28" hasCustomPrompt="1"/>
          </p:nvPr>
        </p:nvSpPr>
        <p:spPr>
          <a:xfrm>
            <a:off x="8734801" y="874414"/>
            <a:ext cx="2189531" cy="3060130"/>
          </a:xfrm>
          <a:custGeom>
            <a:avLst/>
            <a:gdLst>
              <a:gd name="connsiteX0" fmla="*/ 225390 w 2189531"/>
              <a:gd name="connsiteY0" fmla="*/ 0 h 3060130"/>
              <a:gd name="connsiteX1" fmla="*/ 1964141 w 2189531"/>
              <a:gd name="connsiteY1" fmla="*/ 0 h 3060130"/>
              <a:gd name="connsiteX2" fmla="*/ 2189531 w 2189531"/>
              <a:gd name="connsiteY2" fmla="*/ 225390 h 3060130"/>
              <a:gd name="connsiteX3" fmla="*/ 2189531 w 2189531"/>
              <a:gd name="connsiteY3" fmla="*/ 2834740 h 3060130"/>
              <a:gd name="connsiteX4" fmla="*/ 1964141 w 2189531"/>
              <a:gd name="connsiteY4" fmla="*/ 3060130 h 3060130"/>
              <a:gd name="connsiteX5" fmla="*/ 225390 w 2189531"/>
              <a:gd name="connsiteY5" fmla="*/ 3060130 h 3060130"/>
              <a:gd name="connsiteX6" fmla="*/ 0 w 2189531"/>
              <a:gd name="connsiteY6" fmla="*/ 2834740 h 3060130"/>
              <a:gd name="connsiteX7" fmla="*/ 0 w 2189531"/>
              <a:gd name="connsiteY7" fmla="*/ 225390 h 3060130"/>
              <a:gd name="connsiteX8" fmla="*/ 225390 w 2189531"/>
              <a:gd name="connsiteY8" fmla="*/ 0 h 3060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31" h="3060130">
                <a:moveTo>
                  <a:pt x="225390" y="0"/>
                </a:moveTo>
                <a:lnTo>
                  <a:pt x="1964141" y="0"/>
                </a:lnTo>
                <a:cubicBezTo>
                  <a:pt x="2088620" y="0"/>
                  <a:pt x="2189531" y="100911"/>
                  <a:pt x="2189531" y="225390"/>
                </a:cubicBezTo>
                <a:lnTo>
                  <a:pt x="2189531" y="2834740"/>
                </a:lnTo>
                <a:cubicBezTo>
                  <a:pt x="2189531" y="2959219"/>
                  <a:pt x="2088620" y="3060130"/>
                  <a:pt x="1964141" y="3060130"/>
                </a:cubicBezTo>
                <a:lnTo>
                  <a:pt x="225390" y="3060130"/>
                </a:lnTo>
                <a:cubicBezTo>
                  <a:pt x="100911" y="3060130"/>
                  <a:pt x="0" y="2959219"/>
                  <a:pt x="0" y="2834740"/>
                </a:cubicBezTo>
                <a:lnTo>
                  <a:pt x="0" y="225390"/>
                </a:lnTo>
                <a:cubicBezTo>
                  <a:pt x="0" y="100911"/>
                  <a:pt x="100911" y="0"/>
                  <a:pt x="225390" y="0"/>
                </a:cubicBezTo>
                <a:close/>
              </a:path>
            </a:pathLst>
          </a:custGeom>
          <a:solidFill>
            <a:schemeClr val="bg1"/>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16" name="Picture Placeholder 15">
            <a:extLst>
              <a:ext uri="{FF2B5EF4-FFF2-40B4-BE49-F238E27FC236}">
                <a16:creationId xmlns:a16="http://schemas.microsoft.com/office/drawing/2014/main" id="{EDC99146-B560-454F-96AE-591A80032740}"/>
              </a:ext>
            </a:extLst>
          </p:cNvPr>
          <p:cNvSpPr>
            <a:spLocks noGrp="1"/>
          </p:cNvSpPr>
          <p:nvPr>
            <p:ph type="pic" sz="quarter" idx="29" hasCustomPrompt="1"/>
          </p:nvPr>
        </p:nvSpPr>
        <p:spPr>
          <a:xfrm>
            <a:off x="1128561" y="3521690"/>
            <a:ext cx="3802906" cy="2545656"/>
          </a:xfrm>
          <a:custGeom>
            <a:avLst/>
            <a:gdLst>
              <a:gd name="connsiteX0" fmla="*/ 225392 w 3802906"/>
              <a:gd name="connsiteY0" fmla="*/ 0 h 2545656"/>
              <a:gd name="connsiteX1" fmla="*/ 3577514 w 3802906"/>
              <a:gd name="connsiteY1" fmla="*/ 0 h 2545656"/>
              <a:gd name="connsiteX2" fmla="*/ 3802906 w 3802906"/>
              <a:gd name="connsiteY2" fmla="*/ 225392 h 2545656"/>
              <a:gd name="connsiteX3" fmla="*/ 3802906 w 3802906"/>
              <a:gd name="connsiteY3" fmla="*/ 2320264 h 2545656"/>
              <a:gd name="connsiteX4" fmla="*/ 3577514 w 3802906"/>
              <a:gd name="connsiteY4" fmla="*/ 2545656 h 2545656"/>
              <a:gd name="connsiteX5" fmla="*/ 225392 w 3802906"/>
              <a:gd name="connsiteY5" fmla="*/ 2545656 h 2545656"/>
              <a:gd name="connsiteX6" fmla="*/ 0 w 3802906"/>
              <a:gd name="connsiteY6" fmla="*/ 2320264 h 2545656"/>
              <a:gd name="connsiteX7" fmla="*/ 0 w 3802906"/>
              <a:gd name="connsiteY7" fmla="*/ 225392 h 2545656"/>
              <a:gd name="connsiteX8" fmla="*/ 225392 w 3802906"/>
              <a:gd name="connsiteY8" fmla="*/ 0 h 254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2906" h="2545656">
                <a:moveTo>
                  <a:pt x="225392" y="0"/>
                </a:moveTo>
                <a:lnTo>
                  <a:pt x="3577514" y="0"/>
                </a:lnTo>
                <a:cubicBezTo>
                  <a:pt x="3701995" y="0"/>
                  <a:pt x="3802906" y="100911"/>
                  <a:pt x="3802906" y="225392"/>
                </a:cubicBezTo>
                <a:lnTo>
                  <a:pt x="3802906" y="2320264"/>
                </a:lnTo>
                <a:cubicBezTo>
                  <a:pt x="3802906" y="2444745"/>
                  <a:pt x="3701995" y="2545656"/>
                  <a:pt x="3577514" y="2545656"/>
                </a:cubicBezTo>
                <a:lnTo>
                  <a:pt x="225392" y="2545656"/>
                </a:lnTo>
                <a:cubicBezTo>
                  <a:pt x="100911" y="2545656"/>
                  <a:pt x="0" y="2444745"/>
                  <a:pt x="0" y="2320264"/>
                </a:cubicBezTo>
                <a:lnTo>
                  <a:pt x="0" y="225392"/>
                </a:lnTo>
                <a:cubicBezTo>
                  <a:pt x="0" y="100911"/>
                  <a:pt x="100911" y="0"/>
                  <a:pt x="225392" y="0"/>
                </a:cubicBezTo>
                <a:close/>
              </a:path>
            </a:pathLst>
          </a:custGeom>
          <a:solidFill>
            <a:schemeClr val="bg1"/>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
        <p:nvSpPr>
          <p:cNvPr id="20" name="Picture Placeholder 19">
            <a:extLst>
              <a:ext uri="{FF2B5EF4-FFF2-40B4-BE49-F238E27FC236}">
                <a16:creationId xmlns:a16="http://schemas.microsoft.com/office/drawing/2014/main" id="{4C61C417-85BC-424E-97DE-0F7811BF75DD}"/>
              </a:ext>
            </a:extLst>
          </p:cNvPr>
          <p:cNvSpPr>
            <a:spLocks noGrp="1"/>
          </p:cNvSpPr>
          <p:nvPr>
            <p:ph type="pic" sz="quarter" idx="30" hasCustomPrompt="1"/>
          </p:nvPr>
        </p:nvSpPr>
        <p:spPr>
          <a:xfrm>
            <a:off x="5109817" y="1744716"/>
            <a:ext cx="3450056" cy="4821863"/>
          </a:xfrm>
          <a:custGeom>
            <a:avLst/>
            <a:gdLst>
              <a:gd name="connsiteX0" fmla="*/ 220424 w 3450056"/>
              <a:gd name="connsiteY0" fmla="*/ 0 h 4821863"/>
              <a:gd name="connsiteX1" fmla="*/ 3229632 w 3450056"/>
              <a:gd name="connsiteY1" fmla="*/ 0 h 4821863"/>
              <a:gd name="connsiteX2" fmla="*/ 3450056 w 3450056"/>
              <a:gd name="connsiteY2" fmla="*/ 220424 h 4821863"/>
              <a:gd name="connsiteX3" fmla="*/ 3450056 w 3450056"/>
              <a:gd name="connsiteY3" fmla="*/ 4601439 h 4821863"/>
              <a:gd name="connsiteX4" fmla="*/ 3229632 w 3450056"/>
              <a:gd name="connsiteY4" fmla="*/ 4821863 h 4821863"/>
              <a:gd name="connsiteX5" fmla="*/ 220424 w 3450056"/>
              <a:gd name="connsiteY5" fmla="*/ 4821863 h 4821863"/>
              <a:gd name="connsiteX6" fmla="*/ 0 w 3450056"/>
              <a:gd name="connsiteY6" fmla="*/ 4601439 h 4821863"/>
              <a:gd name="connsiteX7" fmla="*/ 0 w 3450056"/>
              <a:gd name="connsiteY7" fmla="*/ 220424 h 4821863"/>
              <a:gd name="connsiteX8" fmla="*/ 220424 w 3450056"/>
              <a:gd name="connsiteY8" fmla="*/ 0 h 48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0056" h="4821863">
                <a:moveTo>
                  <a:pt x="220424" y="0"/>
                </a:moveTo>
                <a:lnTo>
                  <a:pt x="3229632" y="0"/>
                </a:lnTo>
                <a:cubicBezTo>
                  <a:pt x="3351369" y="0"/>
                  <a:pt x="3450056" y="98687"/>
                  <a:pt x="3450056" y="220424"/>
                </a:cubicBezTo>
                <a:lnTo>
                  <a:pt x="3450056" y="4601439"/>
                </a:lnTo>
                <a:cubicBezTo>
                  <a:pt x="3450056" y="4723176"/>
                  <a:pt x="3351369" y="4821863"/>
                  <a:pt x="3229632" y="4821863"/>
                </a:cubicBezTo>
                <a:lnTo>
                  <a:pt x="220424" y="4821863"/>
                </a:lnTo>
                <a:cubicBezTo>
                  <a:pt x="98687" y="4821863"/>
                  <a:pt x="0" y="4723176"/>
                  <a:pt x="0" y="4601439"/>
                </a:cubicBezTo>
                <a:lnTo>
                  <a:pt x="0" y="220424"/>
                </a:lnTo>
                <a:cubicBezTo>
                  <a:pt x="0" y="98687"/>
                  <a:pt x="98687" y="0"/>
                  <a:pt x="220424" y="0"/>
                </a:cubicBezTo>
                <a:close/>
              </a:path>
            </a:pathLst>
          </a:custGeom>
          <a:solidFill>
            <a:schemeClr val="bg1"/>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1"/>
                </a:solidFill>
                <a:latin typeface="Raleway" pitchFamily="2" charset="77"/>
              </a:defRPr>
            </a:lvl1pPr>
          </a:lstStyle>
          <a:p>
            <a:pPr marL="0" lvl="0" algn="ctr"/>
            <a:r>
              <a:rPr lang="en-GB"/>
              <a:t>Add image</a:t>
            </a:r>
          </a:p>
        </p:txBody>
      </p:sp>
    </p:spTree>
    <p:extLst>
      <p:ext uri="{BB962C8B-B14F-4D97-AF65-F5344CB8AC3E}">
        <p14:creationId xmlns:p14="http://schemas.microsoft.com/office/powerpoint/2010/main" val="17159310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 Data Viz Grid 1">
    <p:bg>
      <p:bgPr>
        <a:solidFill>
          <a:srgbClr val="4D7B83"/>
        </a:solidFill>
        <a:effectLst/>
      </p:bgPr>
    </p:bg>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1D45C76D-77F7-474A-BB81-02850C657D8E}"/>
              </a:ext>
            </a:extLst>
          </p:cNvPr>
          <p:cNvSpPr/>
          <p:nvPr userDrawn="1"/>
        </p:nvSpPr>
        <p:spPr>
          <a:xfrm>
            <a:off x="3810266" y="3521690"/>
            <a:ext cx="4571468" cy="3060130"/>
          </a:xfrm>
          <a:prstGeom prst="roundRect">
            <a:avLst>
              <a:gd name="adj" fmla="val 7137"/>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19" name="Rounded Rectangle 18">
            <a:extLst>
              <a:ext uri="{FF2B5EF4-FFF2-40B4-BE49-F238E27FC236}">
                <a16:creationId xmlns:a16="http://schemas.microsoft.com/office/drawing/2014/main" id="{D5576003-99AE-574E-A334-B2DEA4013268}"/>
              </a:ext>
            </a:extLst>
          </p:cNvPr>
          <p:cNvSpPr/>
          <p:nvPr userDrawn="1"/>
        </p:nvSpPr>
        <p:spPr>
          <a:xfrm>
            <a:off x="8574140" y="3521690"/>
            <a:ext cx="2189531" cy="3060130"/>
          </a:xfrm>
          <a:prstGeom prst="roundRect">
            <a:avLst>
              <a:gd name="adj" fmla="val 1029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a:xfrm>
            <a:off x="11010148" y="6206580"/>
            <a:ext cx="821852" cy="360000"/>
          </a:xfrm>
        </p:spPr>
        <p:txBody>
          <a:bodyPr/>
          <a:lstStyle>
            <a:lvl1pPr>
              <a:defRPr>
                <a:solidFill>
                  <a:schemeClr val="tx1"/>
                </a:solidFill>
              </a:defRPr>
            </a:lvl1pPr>
          </a:lstStyle>
          <a:p>
            <a:fld id="{D12734D3-D73F-6A4D-B2B5-DCD15EBB8EEC}" type="slidenum">
              <a:rPr lang="en-GB" smtClean="0"/>
              <a:pPr/>
              <a:t>‹#›</a:t>
            </a:fld>
            <a:endParaRPr lang="en-GB"/>
          </a:p>
        </p:txBody>
      </p:sp>
      <p:pic>
        <p:nvPicPr>
          <p:cNvPr id="10" name="Picture 9">
            <a:extLst>
              <a:ext uri="{FF2B5EF4-FFF2-40B4-BE49-F238E27FC236}">
                <a16:creationId xmlns:a16="http://schemas.microsoft.com/office/drawing/2014/main" id="{685417E2-372A-B84A-AC47-039BF96A5167}"/>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1" name="Rounded Rectangle 10">
            <a:extLst>
              <a:ext uri="{FF2B5EF4-FFF2-40B4-BE49-F238E27FC236}">
                <a16:creationId xmlns:a16="http://schemas.microsoft.com/office/drawing/2014/main" id="{2F4698FC-4B00-E545-BA00-F2D9211637C5}"/>
              </a:ext>
            </a:extLst>
          </p:cNvPr>
          <p:cNvSpPr/>
          <p:nvPr userDrawn="1"/>
        </p:nvSpPr>
        <p:spPr>
          <a:xfrm>
            <a:off x="1428329" y="276180"/>
            <a:ext cx="2189531" cy="3060130"/>
          </a:xfrm>
          <a:prstGeom prst="roundRect">
            <a:avLst>
              <a:gd name="adj" fmla="val 1029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37" name="Rounded Rectangle 36">
            <a:extLst>
              <a:ext uri="{FF2B5EF4-FFF2-40B4-BE49-F238E27FC236}">
                <a16:creationId xmlns:a16="http://schemas.microsoft.com/office/drawing/2014/main" id="{092DC541-99F4-DD44-B922-E54E632D079C}"/>
              </a:ext>
            </a:extLst>
          </p:cNvPr>
          <p:cNvSpPr/>
          <p:nvPr userDrawn="1"/>
        </p:nvSpPr>
        <p:spPr>
          <a:xfrm>
            <a:off x="6192203" y="276180"/>
            <a:ext cx="4571468" cy="3060130"/>
          </a:xfrm>
          <a:prstGeom prst="roundRect">
            <a:avLst>
              <a:gd name="adj" fmla="val 7137"/>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17" name="Rounded Rectangle 16">
            <a:extLst>
              <a:ext uri="{FF2B5EF4-FFF2-40B4-BE49-F238E27FC236}">
                <a16:creationId xmlns:a16="http://schemas.microsoft.com/office/drawing/2014/main" id="{8C3AE34E-6F0E-6E40-B936-93807D4773BF}"/>
              </a:ext>
            </a:extLst>
          </p:cNvPr>
          <p:cNvSpPr/>
          <p:nvPr userDrawn="1"/>
        </p:nvSpPr>
        <p:spPr>
          <a:xfrm>
            <a:off x="3810267" y="276180"/>
            <a:ext cx="2189531" cy="3060130"/>
          </a:xfrm>
          <a:prstGeom prst="roundRect">
            <a:avLst>
              <a:gd name="adj" fmla="val 1029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18" name="Rounded Rectangle 17">
            <a:extLst>
              <a:ext uri="{FF2B5EF4-FFF2-40B4-BE49-F238E27FC236}">
                <a16:creationId xmlns:a16="http://schemas.microsoft.com/office/drawing/2014/main" id="{CAA9076B-800E-8646-B62D-06EDADF57F0F}"/>
              </a:ext>
            </a:extLst>
          </p:cNvPr>
          <p:cNvSpPr/>
          <p:nvPr userDrawn="1"/>
        </p:nvSpPr>
        <p:spPr>
          <a:xfrm>
            <a:off x="1428329" y="3521690"/>
            <a:ext cx="2189531" cy="3060130"/>
          </a:xfrm>
          <a:prstGeom prst="roundRect">
            <a:avLst>
              <a:gd name="adj" fmla="val 1029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21" name="Text Placeholder 13">
            <a:extLst>
              <a:ext uri="{FF2B5EF4-FFF2-40B4-BE49-F238E27FC236}">
                <a16:creationId xmlns:a16="http://schemas.microsoft.com/office/drawing/2014/main" id="{0DC6883C-1688-864B-B26A-EFF16835FC6C}"/>
              </a:ext>
            </a:extLst>
          </p:cNvPr>
          <p:cNvSpPr>
            <a:spLocks noGrp="1"/>
          </p:cNvSpPr>
          <p:nvPr>
            <p:ph type="body" sz="quarter" idx="19" hasCustomPrompt="1"/>
          </p:nvPr>
        </p:nvSpPr>
        <p:spPr>
          <a:xfrm>
            <a:off x="1624617" y="483035"/>
            <a:ext cx="1796955" cy="253984"/>
          </a:xfrm>
        </p:spPr>
        <p:txBody>
          <a:bodyPr/>
          <a:lstStyle>
            <a:lvl1pPr marL="0" indent="0">
              <a:spcBef>
                <a:spcPts val="0"/>
              </a:spcBef>
              <a:spcAft>
                <a:spcPts val="1800"/>
              </a:spcAft>
              <a:buNone/>
              <a:defRPr lang="en-GB" sz="11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5" name="Text Placeholder 13">
            <a:extLst>
              <a:ext uri="{FF2B5EF4-FFF2-40B4-BE49-F238E27FC236}">
                <a16:creationId xmlns:a16="http://schemas.microsoft.com/office/drawing/2014/main" id="{2D69BAED-FB9D-A842-9D3B-77C4BD17BC9A}"/>
              </a:ext>
            </a:extLst>
          </p:cNvPr>
          <p:cNvSpPr>
            <a:spLocks noGrp="1"/>
          </p:cNvSpPr>
          <p:nvPr>
            <p:ph type="body" sz="quarter" idx="20" hasCustomPrompt="1"/>
          </p:nvPr>
        </p:nvSpPr>
        <p:spPr>
          <a:xfrm>
            <a:off x="4006554" y="483035"/>
            <a:ext cx="1796955" cy="253984"/>
          </a:xfrm>
        </p:spPr>
        <p:txBody>
          <a:bodyPr/>
          <a:lstStyle>
            <a:lvl1pPr marL="0" indent="0">
              <a:spcBef>
                <a:spcPts val="0"/>
              </a:spcBef>
              <a:spcAft>
                <a:spcPts val="1800"/>
              </a:spcAft>
              <a:buNone/>
              <a:defRPr lang="en-GB" sz="11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6" name="Text Placeholder 13">
            <a:extLst>
              <a:ext uri="{FF2B5EF4-FFF2-40B4-BE49-F238E27FC236}">
                <a16:creationId xmlns:a16="http://schemas.microsoft.com/office/drawing/2014/main" id="{1ACE1E3B-80FE-754E-BAD7-895B956F5C14}"/>
              </a:ext>
            </a:extLst>
          </p:cNvPr>
          <p:cNvSpPr>
            <a:spLocks noGrp="1"/>
          </p:cNvSpPr>
          <p:nvPr>
            <p:ph type="body" sz="quarter" idx="21" hasCustomPrompt="1"/>
          </p:nvPr>
        </p:nvSpPr>
        <p:spPr>
          <a:xfrm>
            <a:off x="6392402" y="483035"/>
            <a:ext cx="1796955" cy="253984"/>
          </a:xfrm>
        </p:spPr>
        <p:txBody>
          <a:bodyPr/>
          <a:lstStyle>
            <a:lvl1pPr marL="0" indent="0">
              <a:spcBef>
                <a:spcPts val="0"/>
              </a:spcBef>
              <a:spcAft>
                <a:spcPts val="1800"/>
              </a:spcAft>
              <a:buNone/>
              <a:defRPr lang="en-GB" sz="11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7" name="Text Placeholder 13">
            <a:extLst>
              <a:ext uri="{FF2B5EF4-FFF2-40B4-BE49-F238E27FC236}">
                <a16:creationId xmlns:a16="http://schemas.microsoft.com/office/drawing/2014/main" id="{D4C04E27-B7BF-5243-9D5E-F1EE00B4CE43}"/>
              </a:ext>
            </a:extLst>
          </p:cNvPr>
          <p:cNvSpPr>
            <a:spLocks noGrp="1"/>
          </p:cNvSpPr>
          <p:nvPr>
            <p:ph type="body" sz="quarter" idx="22" hasCustomPrompt="1"/>
          </p:nvPr>
        </p:nvSpPr>
        <p:spPr>
          <a:xfrm>
            <a:off x="1624617" y="3730732"/>
            <a:ext cx="1796955" cy="253984"/>
          </a:xfrm>
        </p:spPr>
        <p:txBody>
          <a:bodyPr/>
          <a:lstStyle>
            <a:lvl1pPr marL="0" indent="0">
              <a:spcBef>
                <a:spcPts val="0"/>
              </a:spcBef>
              <a:spcAft>
                <a:spcPts val="1800"/>
              </a:spcAft>
              <a:buNone/>
              <a:defRPr lang="en-GB" sz="11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28" name="Text Placeholder 13">
            <a:extLst>
              <a:ext uri="{FF2B5EF4-FFF2-40B4-BE49-F238E27FC236}">
                <a16:creationId xmlns:a16="http://schemas.microsoft.com/office/drawing/2014/main" id="{03A12867-B840-0641-8885-B891AE510320}"/>
              </a:ext>
            </a:extLst>
          </p:cNvPr>
          <p:cNvSpPr>
            <a:spLocks noGrp="1"/>
          </p:cNvSpPr>
          <p:nvPr>
            <p:ph type="body" sz="quarter" idx="23" hasCustomPrompt="1"/>
          </p:nvPr>
        </p:nvSpPr>
        <p:spPr>
          <a:xfrm>
            <a:off x="4006554" y="3730732"/>
            <a:ext cx="1796955" cy="253984"/>
          </a:xfrm>
        </p:spPr>
        <p:txBody>
          <a:bodyPr/>
          <a:lstStyle>
            <a:lvl1pPr marL="0" indent="0">
              <a:spcBef>
                <a:spcPts val="0"/>
              </a:spcBef>
              <a:spcAft>
                <a:spcPts val="1800"/>
              </a:spcAft>
              <a:buNone/>
              <a:defRPr lang="en-GB" sz="11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32" name="Text Placeholder 13">
            <a:extLst>
              <a:ext uri="{FF2B5EF4-FFF2-40B4-BE49-F238E27FC236}">
                <a16:creationId xmlns:a16="http://schemas.microsoft.com/office/drawing/2014/main" id="{FA05F40F-4F7F-A64A-A7BD-DED093F13022}"/>
              </a:ext>
            </a:extLst>
          </p:cNvPr>
          <p:cNvSpPr>
            <a:spLocks noGrp="1"/>
          </p:cNvSpPr>
          <p:nvPr>
            <p:ph type="body" sz="quarter" idx="24" hasCustomPrompt="1"/>
          </p:nvPr>
        </p:nvSpPr>
        <p:spPr>
          <a:xfrm>
            <a:off x="8770428" y="3730732"/>
            <a:ext cx="1796955" cy="253984"/>
          </a:xfrm>
        </p:spPr>
        <p:txBody>
          <a:bodyPr/>
          <a:lstStyle>
            <a:lvl1pPr marL="0" indent="0">
              <a:spcBef>
                <a:spcPts val="0"/>
              </a:spcBef>
              <a:spcAft>
                <a:spcPts val="1800"/>
              </a:spcAft>
              <a:buNone/>
              <a:defRPr lang="en-GB" sz="11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Title</a:t>
            </a:r>
          </a:p>
        </p:txBody>
      </p:sp>
      <p:sp>
        <p:nvSpPr>
          <p:cNvPr id="16" name="Text Placeholder 13">
            <a:extLst>
              <a:ext uri="{FF2B5EF4-FFF2-40B4-BE49-F238E27FC236}">
                <a16:creationId xmlns:a16="http://schemas.microsoft.com/office/drawing/2014/main" id="{18831669-6AAD-3C46-8988-E28C3E12DB4E}"/>
              </a:ext>
            </a:extLst>
          </p:cNvPr>
          <p:cNvSpPr>
            <a:spLocks noGrp="1"/>
          </p:cNvSpPr>
          <p:nvPr>
            <p:ph type="body" sz="quarter" idx="25" hasCustomPrompt="1"/>
          </p:nvPr>
        </p:nvSpPr>
        <p:spPr>
          <a:xfrm>
            <a:off x="1624617" y="737019"/>
            <a:ext cx="1796955" cy="360000"/>
          </a:xfrm>
        </p:spPr>
        <p:txBody>
          <a:bodyPr/>
          <a:lstStyle>
            <a:lvl1pPr marL="0" indent="0">
              <a:spcBef>
                <a:spcPts val="0"/>
              </a:spcBef>
              <a:spcAft>
                <a:spcPts val="1800"/>
              </a:spcAft>
              <a:buNone/>
              <a:defRPr lang="en-GB" sz="2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000</a:t>
            </a:r>
          </a:p>
        </p:txBody>
      </p:sp>
      <p:sp>
        <p:nvSpPr>
          <p:cNvPr id="22" name="Text Placeholder 13">
            <a:extLst>
              <a:ext uri="{FF2B5EF4-FFF2-40B4-BE49-F238E27FC236}">
                <a16:creationId xmlns:a16="http://schemas.microsoft.com/office/drawing/2014/main" id="{7180A404-35B1-D245-9CE0-12F6E25B1FB0}"/>
              </a:ext>
            </a:extLst>
          </p:cNvPr>
          <p:cNvSpPr>
            <a:spLocks noGrp="1"/>
          </p:cNvSpPr>
          <p:nvPr>
            <p:ph type="body" sz="quarter" idx="26" hasCustomPrompt="1"/>
          </p:nvPr>
        </p:nvSpPr>
        <p:spPr>
          <a:xfrm>
            <a:off x="4006554" y="737019"/>
            <a:ext cx="1796955" cy="360000"/>
          </a:xfrm>
        </p:spPr>
        <p:txBody>
          <a:bodyPr/>
          <a:lstStyle>
            <a:lvl1pPr marL="0" indent="0">
              <a:spcBef>
                <a:spcPts val="0"/>
              </a:spcBef>
              <a:spcAft>
                <a:spcPts val="1800"/>
              </a:spcAft>
              <a:buNone/>
              <a:defRPr lang="en-GB" sz="2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000</a:t>
            </a:r>
          </a:p>
        </p:txBody>
      </p:sp>
      <p:sp>
        <p:nvSpPr>
          <p:cNvPr id="23" name="Text Placeholder 13">
            <a:extLst>
              <a:ext uri="{FF2B5EF4-FFF2-40B4-BE49-F238E27FC236}">
                <a16:creationId xmlns:a16="http://schemas.microsoft.com/office/drawing/2014/main" id="{5DF937B0-4CE0-7F47-B16C-6CF4161808D0}"/>
              </a:ext>
            </a:extLst>
          </p:cNvPr>
          <p:cNvSpPr>
            <a:spLocks noGrp="1"/>
          </p:cNvSpPr>
          <p:nvPr>
            <p:ph type="body" sz="quarter" idx="27" hasCustomPrompt="1"/>
          </p:nvPr>
        </p:nvSpPr>
        <p:spPr>
          <a:xfrm>
            <a:off x="6392402" y="737019"/>
            <a:ext cx="1796955" cy="360000"/>
          </a:xfrm>
        </p:spPr>
        <p:txBody>
          <a:bodyPr/>
          <a:lstStyle>
            <a:lvl1pPr marL="0" indent="0">
              <a:spcBef>
                <a:spcPts val="0"/>
              </a:spcBef>
              <a:spcAft>
                <a:spcPts val="1800"/>
              </a:spcAft>
              <a:buNone/>
              <a:defRPr lang="en-GB" sz="2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000</a:t>
            </a:r>
          </a:p>
        </p:txBody>
      </p:sp>
      <p:sp>
        <p:nvSpPr>
          <p:cNvPr id="24" name="Text Placeholder 13">
            <a:extLst>
              <a:ext uri="{FF2B5EF4-FFF2-40B4-BE49-F238E27FC236}">
                <a16:creationId xmlns:a16="http://schemas.microsoft.com/office/drawing/2014/main" id="{36728D04-3379-7946-8BA4-5300C58F6548}"/>
              </a:ext>
            </a:extLst>
          </p:cNvPr>
          <p:cNvSpPr>
            <a:spLocks noGrp="1"/>
          </p:cNvSpPr>
          <p:nvPr>
            <p:ph type="body" sz="quarter" idx="28" hasCustomPrompt="1"/>
          </p:nvPr>
        </p:nvSpPr>
        <p:spPr>
          <a:xfrm>
            <a:off x="1624617" y="3984716"/>
            <a:ext cx="1796955" cy="360000"/>
          </a:xfrm>
        </p:spPr>
        <p:txBody>
          <a:bodyPr/>
          <a:lstStyle>
            <a:lvl1pPr marL="0" indent="0">
              <a:spcBef>
                <a:spcPts val="0"/>
              </a:spcBef>
              <a:spcAft>
                <a:spcPts val="1800"/>
              </a:spcAft>
              <a:buNone/>
              <a:defRPr lang="en-GB" sz="2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000</a:t>
            </a:r>
          </a:p>
        </p:txBody>
      </p:sp>
      <p:sp>
        <p:nvSpPr>
          <p:cNvPr id="29" name="Text Placeholder 13">
            <a:extLst>
              <a:ext uri="{FF2B5EF4-FFF2-40B4-BE49-F238E27FC236}">
                <a16:creationId xmlns:a16="http://schemas.microsoft.com/office/drawing/2014/main" id="{18B22B07-E7FC-EA4D-9DE0-C561DBC6876D}"/>
              </a:ext>
            </a:extLst>
          </p:cNvPr>
          <p:cNvSpPr>
            <a:spLocks noGrp="1"/>
          </p:cNvSpPr>
          <p:nvPr>
            <p:ph type="body" sz="quarter" idx="29" hasCustomPrompt="1"/>
          </p:nvPr>
        </p:nvSpPr>
        <p:spPr>
          <a:xfrm>
            <a:off x="4006554" y="3984716"/>
            <a:ext cx="1796955" cy="360000"/>
          </a:xfrm>
        </p:spPr>
        <p:txBody>
          <a:bodyPr/>
          <a:lstStyle>
            <a:lvl1pPr marL="0" indent="0">
              <a:spcBef>
                <a:spcPts val="0"/>
              </a:spcBef>
              <a:spcAft>
                <a:spcPts val="1800"/>
              </a:spcAft>
              <a:buNone/>
              <a:defRPr lang="en-GB" sz="2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000</a:t>
            </a:r>
          </a:p>
        </p:txBody>
      </p:sp>
      <p:sp>
        <p:nvSpPr>
          <p:cNvPr id="30" name="Text Placeholder 13">
            <a:extLst>
              <a:ext uri="{FF2B5EF4-FFF2-40B4-BE49-F238E27FC236}">
                <a16:creationId xmlns:a16="http://schemas.microsoft.com/office/drawing/2014/main" id="{E12A3746-F999-AC4C-B2F4-0591326ACCF0}"/>
              </a:ext>
            </a:extLst>
          </p:cNvPr>
          <p:cNvSpPr>
            <a:spLocks noGrp="1"/>
          </p:cNvSpPr>
          <p:nvPr>
            <p:ph type="body" sz="quarter" idx="30" hasCustomPrompt="1"/>
          </p:nvPr>
        </p:nvSpPr>
        <p:spPr>
          <a:xfrm>
            <a:off x="8770428" y="3984716"/>
            <a:ext cx="1796955" cy="360000"/>
          </a:xfrm>
        </p:spPr>
        <p:txBody>
          <a:bodyPr/>
          <a:lstStyle>
            <a:lvl1pPr marL="0" indent="0">
              <a:spcBef>
                <a:spcPts val="0"/>
              </a:spcBef>
              <a:spcAft>
                <a:spcPts val="1800"/>
              </a:spcAft>
              <a:buNone/>
              <a:defRPr lang="en-GB" sz="2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000</a:t>
            </a:r>
          </a:p>
        </p:txBody>
      </p:sp>
      <p:sp>
        <p:nvSpPr>
          <p:cNvPr id="31" name="Chart Placeholder 2">
            <a:extLst>
              <a:ext uri="{FF2B5EF4-FFF2-40B4-BE49-F238E27FC236}">
                <a16:creationId xmlns:a16="http://schemas.microsoft.com/office/drawing/2014/main" id="{EB5F7803-32DA-1F4A-9954-946B97478DBE}"/>
              </a:ext>
            </a:extLst>
          </p:cNvPr>
          <p:cNvSpPr>
            <a:spLocks noGrp="1"/>
          </p:cNvSpPr>
          <p:nvPr>
            <p:ph type="chart" sz="quarter" idx="32" hasCustomPrompt="1"/>
          </p:nvPr>
        </p:nvSpPr>
        <p:spPr>
          <a:xfrm>
            <a:off x="1624617" y="1282399"/>
            <a:ext cx="1796955" cy="1844869"/>
          </a:xfrm>
        </p:spPr>
        <p:txBody>
          <a:bodyPr anchor="ctr"/>
          <a:lstStyle>
            <a:lvl1pPr marL="0" indent="0" algn="ctr" defTabSz="914400" rtl="0" eaLnBrk="1" latinLnBrk="0" hangingPunct="1">
              <a:lnSpc>
                <a:spcPct val="90000"/>
              </a:lnSpc>
              <a:spcBef>
                <a:spcPts val="0"/>
              </a:spcBef>
              <a:spcAft>
                <a:spcPts val="600"/>
              </a:spcAft>
              <a:buClrTx/>
              <a:buFont typeface="System Font"/>
              <a:buNone/>
              <a:defRPr lang="en-GB" sz="1800" b="0" i="0" kern="1200" dirty="0">
                <a:solidFill>
                  <a:schemeClr val="tx2"/>
                </a:solidFill>
                <a:latin typeface="Raleway" pitchFamily="2" charset="77"/>
                <a:ea typeface="+mn-ea"/>
                <a:cs typeface="+mn-cs"/>
              </a:defRPr>
            </a:lvl1pPr>
          </a:lstStyle>
          <a:p>
            <a:r>
              <a:rPr lang="en-GB"/>
              <a:t>Add chart</a:t>
            </a:r>
          </a:p>
        </p:txBody>
      </p:sp>
      <p:sp>
        <p:nvSpPr>
          <p:cNvPr id="33" name="Chart Placeholder 2">
            <a:extLst>
              <a:ext uri="{FF2B5EF4-FFF2-40B4-BE49-F238E27FC236}">
                <a16:creationId xmlns:a16="http://schemas.microsoft.com/office/drawing/2014/main" id="{B8054C84-3A85-0242-A6E5-35B7EA537789}"/>
              </a:ext>
            </a:extLst>
          </p:cNvPr>
          <p:cNvSpPr>
            <a:spLocks noGrp="1"/>
          </p:cNvSpPr>
          <p:nvPr>
            <p:ph type="chart" sz="quarter" idx="33" hasCustomPrompt="1"/>
          </p:nvPr>
        </p:nvSpPr>
        <p:spPr>
          <a:xfrm>
            <a:off x="4006554" y="1282399"/>
            <a:ext cx="1796955" cy="1844869"/>
          </a:xfrm>
        </p:spPr>
        <p:txBody>
          <a:bodyPr anchor="ctr"/>
          <a:lstStyle>
            <a:lvl1pPr marL="0" indent="0" algn="ctr">
              <a:buNone/>
              <a:defRPr/>
            </a:lvl1pPr>
          </a:lstStyle>
          <a:p>
            <a:r>
              <a:rPr lang="en-GB"/>
              <a:t>Add chart</a:t>
            </a:r>
          </a:p>
        </p:txBody>
      </p:sp>
      <p:sp>
        <p:nvSpPr>
          <p:cNvPr id="35" name="Chart Placeholder 2">
            <a:extLst>
              <a:ext uri="{FF2B5EF4-FFF2-40B4-BE49-F238E27FC236}">
                <a16:creationId xmlns:a16="http://schemas.microsoft.com/office/drawing/2014/main" id="{FDD99393-5BF0-DA42-8439-CDC48E95DA78}"/>
              </a:ext>
            </a:extLst>
          </p:cNvPr>
          <p:cNvSpPr>
            <a:spLocks noGrp="1"/>
          </p:cNvSpPr>
          <p:nvPr>
            <p:ph type="chart" sz="quarter" idx="34" hasCustomPrompt="1"/>
          </p:nvPr>
        </p:nvSpPr>
        <p:spPr>
          <a:xfrm>
            <a:off x="6392402" y="1282399"/>
            <a:ext cx="4174981" cy="1844869"/>
          </a:xfrm>
        </p:spPr>
        <p:txBody>
          <a:bodyPr anchor="ctr"/>
          <a:lstStyle>
            <a:lvl1pPr marL="0" indent="0" algn="ctr">
              <a:buNone/>
              <a:defRPr/>
            </a:lvl1pPr>
          </a:lstStyle>
          <a:p>
            <a:r>
              <a:rPr lang="en-GB"/>
              <a:t>Add chart</a:t>
            </a:r>
          </a:p>
        </p:txBody>
      </p:sp>
      <p:sp>
        <p:nvSpPr>
          <p:cNvPr id="36" name="Chart Placeholder 2">
            <a:extLst>
              <a:ext uri="{FF2B5EF4-FFF2-40B4-BE49-F238E27FC236}">
                <a16:creationId xmlns:a16="http://schemas.microsoft.com/office/drawing/2014/main" id="{A1E7561B-A42F-F846-8BEC-2FAE68883E22}"/>
              </a:ext>
            </a:extLst>
          </p:cNvPr>
          <p:cNvSpPr>
            <a:spLocks noGrp="1"/>
          </p:cNvSpPr>
          <p:nvPr>
            <p:ph type="chart" sz="quarter" idx="35" hasCustomPrompt="1"/>
          </p:nvPr>
        </p:nvSpPr>
        <p:spPr>
          <a:xfrm>
            <a:off x="1624617" y="4541711"/>
            <a:ext cx="1796955" cy="1844869"/>
          </a:xfrm>
        </p:spPr>
        <p:txBody>
          <a:bodyPr anchor="ctr"/>
          <a:lstStyle>
            <a:lvl1pPr marL="0" indent="0" algn="ctr">
              <a:buNone/>
              <a:defRPr/>
            </a:lvl1pPr>
          </a:lstStyle>
          <a:p>
            <a:r>
              <a:rPr lang="en-GB"/>
              <a:t>Add chart</a:t>
            </a:r>
          </a:p>
        </p:txBody>
      </p:sp>
      <p:sp>
        <p:nvSpPr>
          <p:cNvPr id="38" name="Chart Placeholder 2">
            <a:extLst>
              <a:ext uri="{FF2B5EF4-FFF2-40B4-BE49-F238E27FC236}">
                <a16:creationId xmlns:a16="http://schemas.microsoft.com/office/drawing/2014/main" id="{747C25F0-3427-834D-AF73-383269A704F8}"/>
              </a:ext>
            </a:extLst>
          </p:cNvPr>
          <p:cNvSpPr>
            <a:spLocks noGrp="1"/>
          </p:cNvSpPr>
          <p:nvPr>
            <p:ph type="chart" sz="quarter" idx="36" hasCustomPrompt="1"/>
          </p:nvPr>
        </p:nvSpPr>
        <p:spPr>
          <a:xfrm>
            <a:off x="4006553" y="4541711"/>
            <a:ext cx="4182804" cy="1844869"/>
          </a:xfrm>
        </p:spPr>
        <p:txBody>
          <a:bodyPr anchor="ctr"/>
          <a:lstStyle>
            <a:lvl1pPr marL="0" indent="0" algn="ctr">
              <a:buNone/>
              <a:defRPr/>
            </a:lvl1pPr>
          </a:lstStyle>
          <a:p>
            <a:r>
              <a:rPr lang="en-GB"/>
              <a:t>Add chart</a:t>
            </a:r>
          </a:p>
        </p:txBody>
      </p:sp>
      <p:sp>
        <p:nvSpPr>
          <p:cNvPr id="39" name="Chart Placeholder 2">
            <a:extLst>
              <a:ext uri="{FF2B5EF4-FFF2-40B4-BE49-F238E27FC236}">
                <a16:creationId xmlns:a16="http://schemas.microsoft.com/office/drawing/2014/main" id="{A8AAA1E0-4F01-584A-B579-9A594881ADDA}"/>
              </a:ext>
            </a:extLst>
          </p:cNvPr>
          <p:cNvSpPr>
            <a:spLocks noGrp="1"/>
          </p:cNvSpPr>
          <p:nvPr>
            <p:ph type="chart" sz="quarter" idx="37" hasCustomPrompt="1"/>
          </p:nvPr>
        </p:nvSpPr>
        <p:spPr>
          <a:xfrm>
            <a:off x="8770428" y="4541711"/>
            <a:ext cx="1796955" cy="1844869"/>
          </a:xfrm>
        </p:spPr>
        <p:txBody>
          <a:bodyPr anchor="ctr"/>
          <a:lstStyle>
            <a:lvl1pPr marL="0" indent="0" algn="ctr">
              <a:buNone/>
              <a:defRPr/>
            </a:lvl1pPr>
          </a:lstStyle>
          <a:p>
            <a:r>
              <a:rPr lang="en-GB"/>
              <a:t>Add chart</a:t>
            </a:r>
          </a:p>
        </p:txBody>
      </p:sp>
    </p:spTree>
    <p:extLst>
      <p:ext uri="{BB962C8B-B14F-4D97-AF65-F5344CB8AC3E}">
        <p14:creationId xmlns:p14="http://schemas.microsoft.com/office/powerpoint/2010/main" val="20903178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 Card Image L Teal Tint">
    <p:bg>
      <p:bgPr>
        <a:solidFill>
          <a:srgbClr val="4D7B8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653450" y="1781433"/>
            <a:ext cx="3934276" cy="3600450"/>
          </a:xfrm>
        </p:spPr>
        <p:txBody>
          <a:bodyPr anchor="ctr"/>
          <a:lstStyle>
            <a:lvl1pPr marL="0" indent="0">
              <a:spcBef>
                <a:spcPts val="0"/>
              </a:spcBef>
              <a:spcAft>
                <a:spcPts val="1800"/>
              </a:spcAft>
              <a:buNone/>
              <a:defRPr sz="2400" b="1"/>
            </a:lvl1pPr>
            <a:lvl2pPr marL="0" indent="0">
              <a:spcBef>
                <a:spcPts val="0"/>
              </a:spcBef>
              <a:spcAft>
                <a:spcPts val="1800"/>
              </a:spcAft>
              <a:buNone/>
              <a:defRPr lang="en-GB" sz="2000" b="0" i="0" kern="1200" dirty="0" smtClean="0">
                <a:solidFill>
                  <a:schemeClr val="tx1"/>
                </a:solidFill>
                <a:latin typeface="Raleway" pitchFamily="2" charset="77"/>
                <a:ea typeface="+mn-ea"/>
                <a:cs typeface="+mn-cs"/>
              </a:defRPr>
            </a:lvl2pPr>
            <a:lvl3pPr marL="180000" indent="-180000">
              <a:spcBef>
                <a:spcPts val="0"/>
              </a:spcBef>
              <a:spcAft>
                <a:spcPts val="1800"/>
              </a:spcAft>
              <a:defRPr sz="1800">
                <a:solidFill>
                  <a:schemeClr val="tx1"/>
                </a:solidFill>
              </a:defRPr>
            </a:lvl3pPr>
            <a:lvl4pPr marL="360000" indent="-180000">
              <a:spcBef>
                <a:spcPts val="0"/>
              </a:spcBef>
              <a:spcAft>
                <a:spcPts val="1800"/>
              </a:spcAft>
              <a:defRPr sz="1800">
                <a:solidFill>
                  <a:schemeClr val="tx1"/>
                </a:solidFill>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11472000" cy="360000"/>
          </a:xfrm>
          <a:prstGeom prst="rect">
            <a:avLst/>
          </a:prstGeom>
        </p:spPr>
        <p:txBody>
          <a:bodyPr/>
          <a:lstStyle>
            <a:lvl1pPr>
              <a:defRPr sz="2000">
                <a:solidFill>
                  <a:schemeClr val="tx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tx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5" name="Picture Placeholder 14">
            <a:extLst>
              <a:ext uri="{FF2B5EF4-FFF2-40B4-BE49-F238E27FC236}">
                <a16:creationId xmlns:a16="http://schemas.microsoft.com/office/drawing/2014/main" id="{05DF0DB3-CCF9-B345-959C-5A577BC3B23C}"/>
              </a:ext>
            </a:extLst>
          </p:cNvPr>
          <p:cNvSpPr>
            <a:spLocks noGrp="1"/>
          </p:cNvSpPr>
          <p:nvPr>
            <p:ph type="pic" sz="quarter" idx="23" hasCustomPrompt="1"/>
          </p:nvPr>
        </p:nvSpPr>
        <p:spPr>
          <a:xfrm>
            <a:off x="6285066" y="816297"/>
            <a:ext cx="3934276" cy="5530722"/>
          </a:xfrm>
          <a:custGeom>
            <a:avLst/>
            <a:gdLst>
              <a:gd name="connsiteX0" fmla="*/ 222287 w 3934276"/>
              <a:gd name="connsiteY0" fmla="*/ 0 h 5530722"/>
              <a:gd name="connsiteX1" fmla="*/ 3711989 w 3934276"/>
              <a:gd name="connsiteY1" fmla="*/ 0 h 5530722"/>
              <a:gd name="connsiteX2" fmla="*/ 3934276 w 3934276"/>
              <a:gd name="connsiteY2" fmla="*/ 222287 h 5530722"/>
              <a:gd name="connsiteX3" fmla="*/ 3934276 w 3934276"/>
              <a:gd name="connsiteY3" fmla="*/ 5308435 h 5530722"/>
              <a:gd name="connsiteX4" fmla="*/ 3711989 w 3934276"/>
              <a:gd name="connsiteY4" fmla="*/ 5530722 h 5530722"/>
              <a:gd name="connsiteX5" fmla="*/ 222287 w 3934276"/>
              <a:gd name="connsiteY5" fmla="*/ 5530722 h 5530722"/>
              <a:gd name="connsiteX6" fmla="*/ 0 w 3934276"/>
              <a:gd name="connsiteY6" fmla="*/ 5308435 h 5530722"/>
              <a:gd name="connsiteX7" fmla="*/ 0 w 3934276"/>
              <a:gd name="connsiteY7" fmla="*/ 222287 h 5530722"/>
              <a:gd name="connsiteX8" fmla="*/ 222287 w 3934276"/>
              <a:gd name="connsiteY8" fmla="*/ 0 h 553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4276" h="5530722">
                <a:moveTo>
                  <a:pt x="222287" y="0"/>
                </a:moveTo>
                <a:lnTo>
                  <a:pt x="3711989" y="0"/>
                </a:lnTo>
                <a:cubicBezTo>
                  <a:pt x="3834755" y="0"/>
                  <a:pt x="3934276" y="99521"/>
                  <a:pt x="3934276" y="222287"/>
                </a:cubicBezTo>
                <a:lnTo>
                  <a:pt x="3934276" y="5308435"/>
                </a:lnTo>
                <a:cubicBezTo>
                  <a:pt x="3934276" y="5431201"/>
                  <a:pt x="3834755" y="5530722"/>
                  <a:pt x="3711989" y="5530722"/>
                </a:cubicBezTo>
                <a:lnTo>
                  <a:pt x="222287" y="5530722"/>
                </a:lnTo>
                <a:cubicBezTo>
                  <a:pt x="99521" y="5530722"/>
                  <a:pt x="0" y="5431201"/>
                  <a:pt x="0" y="5308435"/>
                </a:cubicBezTo>
                <a:lnTo>
                  <a:pt x="0" y="222287"/>
                </a:lnTo>
                <a:cubicBezTo>
                  <a:pt x="0" y="99521"/>
                  <a:pt x="99521" y="0"/>
                  <a:pt x="22228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pic>
        <p:nvPicPr>
          <p:cNvPr id="10" name="Picture 9">
            <a:extLst>
              <a:ext uri="{FF2B5EF4-FFF2-40B4-BE49-F238E27FC236}">
                <a16:creationId xmlns:a16="http://schemas.microsoft.com/office/drawing/2014/main" id="{685417E2-372A-B84A-AC47-039BF96A5167}"/>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29598838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 Card Image L Watermelon">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653450" y="1781433"/>
            <a:ext cx="3934276" cy="3600450"/>
          </a:xfrm>
        </p:spPr>
        <p:txBody>
          <a:bodyPr anchor="ctr"/>
          <a:lstStyle>
            <a:lvl1pPr marL="0" indent="0">
              <a:spcBef>
                <a:spcPts val="0"/>
              </a:spcBef>
              <a:spcAft>
                <a:spcPts val="1800"/>
              </a:spcAft>
              <a:buNone/>
              <a:defRPr sz="2400" b="1"/>
            </a:lvl1pPr>
            <a:lvl2pPr marL="0" indent="0">
              <a:spcBef>
                <a:spcPts val="0"/>
              </a:spcBef>
              <a:spcAft>
                <a:spcPts val="1800"/>
              </a:spcAft>
              <a:buNone/>
              <a:defRPr lang="en-GB" sz="2000" b="0" i="0" kern="1200" dirty="0" smtClean="0">
                <a:solidFill>
                  <a:schemeClr val="tx1"/>
                </a:solidFill>
                <a:latin typeface="Raleway" pitchFamily="2" charset="77"/>
                <a:ea typeface="+mn-ea"/>
                <a:cs typeface="+mn-cs"/>
              </a:defRPr>
            </a:lvl2pPr>
            <a:lvl3pPr marL="180000" indent="-180000">
              <a:spcBef>
                <a:spcPts val="0"/>
              </a:spcBef>
              <a:spcAft>
                <a:spcPts val="1800"/>
              </a:spcAft>
              <a:defRPr sz="1800">
                <a:solidFill>
                  <a:schemeClr val="tx1"/>
                </a:solidFill>
              </a:defRPr>
            </a:lvl3pPr>
            <a:lvl4pPr marL="360000" indent="-180000">
              <a:spcBef>
                <a:spcPts val="0"/>
              </a:spcBef>
              <a:spcAft>
                <a:spcPts val="1800"/>
              </a:spcAft>
              <a:defRPr sz="1800">
                <a:solidFill>
                  <a:schemeClr val="tx1"/>
                </a:solidFill>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11472000" cy="360000"/>
          </a:xfrm>
          <a:prstGeom prst="rect">
            <a:avLst/>
          </a:prstGeom>
        </p:spPr>
        <p:txBody>
          <a:bodyPr/>
          <a:lstStyle>
            <a:lvl1pPr>
              <a:defRPr sz="2000">
                <a:solidFill>
                  <a:schemeClr val="tx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tx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5" name="Picture Placeholder 14">
            <a:extLst>
              <a:ext uri="{FF2B5EF4-FFF2-40B4-BE49-F238E27FC236}">
                <a16:creationId xmlns:a16="http://schemas.microsoft.com/office/drawing/2014/main" id="{05DF0DB3-CCF9-B345-959C-5A577BC3B23C}"/>
              </a:ext>
            </a:extLst>
          </p:cNvPr>
          <p:cNvSpPr>
            <a:spLocks noGrp="1"/>
          </p:cNvSpPr>
          <p:nvPr>
            <p:ph type="pic" sz="quarter" idx="23" hasCustomPrompt="1"/>
          </p:nvPr>
        </p:nvSpPr>
        <p:spPr>
          <a:xfrm>
            <a:off x="6285066" y="816297"/>
            <a:ext cx="3934276" cy="5530722"/>
          </a:xfrm>
          <a:custGeom>
            <a:avLst/>
            <a:gdLst>
              <a:gd name="connsiteX0" fmla="*/ 222287 w 3934276"/>
              <a:gd name="connsiteY0" fmla="*/ 0 h 5530722"/>
              <a:gd name="connsiteX1" fmla="*/ 3711989 w 3934276"/>
              <a:gd name="connsiteY1" fmla="*/ 0 h 5530722"/>
              <a:gd name="connsiteX2" fmla="*/ 3934276 w 3934276"/>
              <a:gd name="connsiteY2" fmla="*/ 222287 h 5530722"/>
              <a:gd name="connsiteX3" fmla="*/ 3934276 w 3934276"/>
              <a:gd name="connsiteY3" fmla="*/ 5308435 h 5530722"/>
              <a:gd name="connsiteX4" fmla="*/ 3711989 w 3934276"/>
              <a:gd name="connsiteY4" fmla="*/ 5530722 h 5530722"/>
              <a:gd name="connsiteX5" fmla="*/ 222287 w 3934276"/>
              <a:gd name="connsiteY5" fmla="*/ 5530722 h 5530722"/>
              <a:gd name="connsiteX6" fmla="*/ 0 w 3934276"/>
              <a:gd name="connsiteY6" fmla="*/ 5308435 h 5530722"/>
              <a:gd name="connsiteX7" fmla="*/ 0 w 3934276"/>
              <a:gd name="connsiteY7" fmla="*/ 222287 h 5530722"/>
              <a:gd name="connsiteX8" fmla="*/ 222287 w 3934276"/>
              <a:gd name="connsiteY8" fmla="*/ 0 h 553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4276" h="5530722">
                <a:moveTo>
                  <a:pt x="222287" y="0"/>
                </a:moveTo>
                <a:lnTo>
                  <a:pt x="3711989" y="0"/>
                </a:lnTo>
                <a:cubicBezTo>
                  <a:pt x="3834755" y="0"/>
                  <a:pt x="3934276" y="99521"/>
                  <a:pt x="3934276" y="222287"/>
                </a:cubicBezTo>
                <a:lnTo>
                  <a:pt x="3934276" y="5308435"/>
                </a:lnTo>
                <a:cubicBezTo>
                  <a:pt x="3934276" y="5431201"/>
                  <a:pt x="3834755" y="5530722"/>
                  <a:pt x="3711989" y="5530722"/>
                </a:cubicBezTo>
                <a:lnTo>
                  <a:pt x="222287" y="5530722"/>
                </a:lnTo>
                <a:cubicBezTo>
                  <a:pt x="99521" y="5530722"/>
                  <a:pt x="0" y="5431201"/>
                  <a:pt x="0" y="5308435"/>
                </a:cubicBezTo>
                <a:lnTo>
                  <a:pt x="0" y="222287"/>
                </a:lnTo>
                <a:cubicBezTo>
                  <a:pt x="0" y="99521"/>
                  <a:pt x="99521" y="0"/>
                  <a:pt x="222287" y="0"/>
                </a:cubicBez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accent2"/>
                </a:solidFill>
                <a:latin typeface="Raleway" pitchFamily="2" charset="77"/>
              </a:defRPr>
            </a:lvl1pPr>
          </a:lstStyle>
          <a:p>
            <a:pPr marL="0" lvl="0" algn="ctr"/>
            <a:r>
              <a:rPr lang="en-GB"/>
              <a:t>Add image</a:t>
            </a:r>
          </a:p>
        </p:txBody>
      </p:sp>
      <p:pic>
        <p:nvPicPr>
          <p:cNvPr id="10" name="Picture 9">
            <a:extLst>
              <a:ext uri="{FF2B5EF4-FFF2-40B4-BE49-F238E27FC236}">
                <a16:creationId xmlns:a16="http://schemas.microsoft.com/office/drawing/2014/main" id="{685417E2-372A-B84A-AC47-039BF96A5167}"/>
              </a:ext>
            </a:extLst>
          </p:cNvPr>
          <p:cNvPicPr>
            <a:picLocks noChangeAspect="1"/>
          </p:cNvPicPr>
          <p:nvPr userDrawn="1"/>
        </p:nvPicPr>
        <p:blipFill>
          <a:blip r:embed="rId2"/>
          <a:stretch>
            <a:fillRect/>
          </a:stretch>
        </p:blipFill>
        <p:spPr>
          <a:xfrm>
            <a:off x="11010148" y="337140"/>
            <a:ext cx="850900" cy="190500"/>
          </a:xfrm>
          <a:prstGeom prst="rect">
            <a:avLst/>
          </a:prstGeom>
        </p:spPr>
      </p:pic>
    </p:spTree>
    <p:extLst>
      <p:ext uri="{BB962C8B-B14F-4D97-AF65-F5344CB8AC3E}">
        <p14:creationId xmlns:p14="http://schemas.microsoft.com/office/powerpoint/2010/main" val="2696879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 Card Image L Whit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FEEB75-9195-8A45-8DDC-327FF18D9E8C}"/>
              </a:ext>
            </a:extLst>
          </p:cNvPr>
          <p:cNvPicPr>
            <a:picLocks noChangeAspect="1"/>
          </p:cNvPicPr>
          <p:nvPr userDrawn="1"/>
        </p:nvPicPr>
        <p:blipFill>
          <a:blip r:embed="rId2"/>
          <a:stretch>
            <a:fillRect/>
          </a:stretch>
        </p:blipFill>
        <p:spPr>
          <a:xfrm>
            <a:off x="11010148" y="337141"/>
            <a:ext cx="849600" cy="191639"/>
          </a:xfrm>
          <a:prstGeom prst="rect">
            <a:avLst/>
          </a:prstGeom>
        </p:spPr>
      </p:pic>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accent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accent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accent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653450" y="1781433"/>
            <a:ext cx="3934276" cy="3600450"/>
          </a:xfrm>
        </p:spPr>
        <p:txBody>
          <a:bodyPr anchor="ctr"/>
          <a:lstStyle>
            <a:lvl1pPr marL="0" indent="0">
              <a:spcBef>
                <a:spcPts val="0"/>
              </a:spcBef>
              <a:spcAft>
                <a:spcPts val="1800"/>
              </a:spcAft>
              <a:buNone/>
              <a:defRPr sz="2400" b="1">
                <a:solidFill>
                  <a:schemeClr val="accent2"/>
                </a:solidFill>
              </a:defRPr>
            </a:lvl1pPr>
            <a:lvl2pPr marL="0" indent="0">
              <a:spcBef>
                <a:spcPts val="0"/>
              </a:spcBef>
              <a:spcAft>
                <a:spcPts val="1800"/>
              </a:spcAft>
              <a:buNone/>
              <a:defRPr lang="en-GB" sz="1600" b="0" i="0" kern="1200" dirty="0" smtClean="0">
                <a:solidFill>
                  <a:schemeClr val="accent2"/>
                </a:solidFill>
                <a:latin typeface="Raleway" pitchFamily="2" charset="77"/>
                <a:ea typeface="+mn-ea"/>
                <a:cs typeface="+mn-cs"/>
              </a:defRPr>
            </a:lvl2pPr>
            <a:lvl3pPr marL="180000" indent="-180000">
              <a:spcBef>
                <a:spcPts val="0"/>
              </a:spcBef>
              <a:spcAft>
                <a:spcPts val="1800"/>
              </a:spcAft>
              <a:defRPr sz="1600">
                <a:solidFill>
                  <a:schemeClr val="accent2"/>
                </a:solidFill>
              </a:defRPr>
            </a:lvl3pPr>
            <a:lvl4pPr marL="360000" indent="-180000">
              <a:spcBef>
                <a:spcPts val="0"/>
              </a:spcBef>
              <a:spcAft>
                <a:spcPts val="1800"/>
              </a:spcAft>
              <a:defRPr sz="1600">
                <a:solidFill>
                  <a:schemeClr val="accent2"/>
                </a:solidFill>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11472000" cy="360000"/>
          </a:xfrm>
          <a:prstGeom prst="rect">
            <a:avLst/>
          </a:prstGeom>
        </p:spPr>
        <p:txBody>
          <a:bodyPr/>
          <a:lstStyle>
            <a:lvl1pPr>
              <a:defRPr sz="2000">
                <a:solidFill>
                  <a:schemeClr val="accent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0" name="Picture Placeholder 9">
            <a:extLst>
              <a:ext uri="{FF2B5EF4-FFF2-40B4-BE49-F238E27FC236}">
                <a16:creationId xmlns:a16="http://schemas.microsoft.com/office/drawing/2014/main" id="{D71F71B8-A437-A341-9AD7-984CEB70863A}"/>
              </a:ext>
            </a:extLst>
          </p:cNvPr>
          <p:cNvSpPr>
            <a:spLocks noGrp="1"/>
          </p:cNvSpPr>
          <p:nvPr>
            <p:ph type="pic" sz="quarter" idx="23" hasCustomPrompt="1"/>
          </p:nvPr>
        </p:nvSpPr>
        <p:spPr>
          <a:xfrm>
            <a:off x="6285066" y="816297"/>
            <a:ext cx="3934276" cy="5530722"/>
          </a:xfrm>
          <a:custGeom>
            <a:avLst/>
            <a:gdLst>
              <a:gd name="connsiteX0" fmla="*/ 222287 w 3934276"/>
              <a:gd name="connsiteY0" fmla="*/ 0 h 5530722"/>
              <a:gd name="connsiteX1" fmla="*/ 3711989 w 3934276"/>
              <a:gd name="connsiteY1" fmla="*/ 0 h 5530722"/>
              <a:gd name="connsiteX2" fmla="*/ 3934276 w 3934276"/>
              <a:gd name="connsiteY2" fmla="*/ 222287 h 5530722"/>
              <a:gd name="connsiteX3" fmla="*/ 3934276 w 3934276"/>
              <a:gd name="connsiteY3" fmla="*/ 5308435 h 5530722"/>
              <a:gd name="connsiteX4" fmla="*/ 3711989 w 3934276"/>
              <a:gd name="connsiteY4" fmla="*/ 5530722 h 5530722"/>
              <a:gd name="connsiteX5" fmla="*/ 222287 w 3934276"/>
              <a:gd name="connsiteY5" fmla="*/ 5530722 h 5530722"/>
              <a:gd name="connsiteX6" fmla="*/ 0 w 3934276"/>
              <a:gd name="connsiteY6" fmla="*/ 5308435 h 5530722"/>
              <a:gd name="connsiteX7" fmla="*/ 0 w 3934276"/>
              <a:gd name="connsiteY7" fmla="*/ 222287 h 5530722"/>
              <a:gd name="connsiteX8" fmla="*/ 222287 w 3934276"/>
              <a:gd name="connsiteY8" fmla="*/ 0 h 553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4276" h="5530722">
                <a:moveTo>
                  <a:pt x="222287" y="0"/>
                </a:moveTo>
                <a:lnTo>
                  <a:pt x="3711989" y="0"/>
                </a:lnTo>
                <a:cubicBezTo>
                  <a:pt x="3834755" y="0"/>
                  <a:pt x="3934276" y="99521"/>
                  <a:pt x="3934276" y="222287"/>
                </a:cubicBezTo>
                <a:lnTo>
                  <a:pt x="3934276" y="5308435"/>
                </a:lnTo>
                <a:cubicBezTo>
                  <a:pt x="3934276" y="5431201"/>
                  <a:pt x="3834755" y="5530722"/>
                  <a:pt x="3711989" y="5530722"/>
                </a:cubicBezTo>
                <a:lnTo>
                  <a:pt x="222287" y="5530722"/>
                </a:lnTo>
                <a:cubicBezTo>
                  <a:pt x="99521" y="5530722"/>
                  <a:pt x="0" y="5431201"/>
                  <a:pt x="0" y="5308435"/>
                </a:cubicBezTo>
                <a:lnTo>
                  <a:pt x="0" y="222287"/>
                </a:lnTo>
                <a:cubicBezTo>
                  <a:pt x="0" y="99521"/>
                  <a:pt x="99521" y="0"/>
                  <a:pt x="22228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en-GB" sz="1800" b="0" i="0" dirty="0">
                <a:solidFill>
                  <a:schemeClr val="lt1"/>
                </a:solidFill>
                <a:latin typeface="Raleway" pitchFamily="2" charset="77"/>
              </a:defRPr>
            </a:lvl1pPr>
          </a:lstStyle>
          <a:p>
            <a:pPr marL="0" lvl="0" algn="ctr"/>
            <a:r>
              <a:rPr lang="en-GB"/>
              <a:t>Add image</a:t>
            </a:r>
          </a:p>
        </p:txBody>
      </p:sp>
    </p:spTree>
    <p:extLst>
      <p:ext uri="{BB962C8B-B14F-4D97-AF65-F5344CB8AC3E}">
        <p14:creationId xmlns:p14="http://schemas.microsoft.com/office/powerpoint/2010/main" val="1477032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 Image Half Teal">
    <p:bg>
      <p:bgPr>
        <a:solidFill>
          <a:schemeClr val="accent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0DD19D-70AF-D041-B4C2-571DA5367E60}"/>
              </a:ext>
            </a:extLst>
          </p:cNvPr>
          <p:cNvSpPr>
            <a:spLocks noGrp="1"/>
          </p:cNvSpPr>
          <p:nvPr>
            <p:ph type="pic" sz="quarter" idx="14" hasCustomPrompt="1"/>
          </p:nvPr>
        </p:nvSpPr>
        <p:spPr>
          <a:xfrm>
            <a:off x="6096000" y="1"/>
            <a:ext cx="6096000" cy="6858000"/>
          </a:xfrm>
          <a:solidFill>
            <a:srgbClr val="265F68"/>
          </a:solidFill>
        </p:spPr>
        <p:txBody>
          <a:bodyPr anchor="ctr"/>
          <a:lstStyle>
            <a:lvl1pPr marL="0" indent="0" algn="ctr">
              <a:buNone/>
              <a:defRPr sz="1600"/>
            </a:lvl1pPr>
          </a:lstStyle>
          <a:p>
            <a:r>
              <a:rPr lang="en-GB"/>
              <a:t>Add image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128562" y="1764287"/>
            <a:ext cx="3838876"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buClr>
                <a:schemeClr val="accent2"/>
              </a:buClr>
              <a:defRPr sz="1600"/>
            </a:lvl3pPr>
            <a:lvl4pPr marL="360000" indent="-180000">
              <a:spcBef>
                <a:spcPts val="0"/>
              </a:spcBef>
              <a:spcAft>
                <a:spcPts val="1800"/>
              </a:spcAft>
              <a:buClr>
                <a:schemeClr val="accent2"/>
              </a:buClr>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Tree>
    <p:extLst>
      <p:ext uri="{BB962C8B-B14F-4D97-AF65-F5344CB8AC3E}">
        <p14:creationId xmlns:p14="http://schemas.microsoft.com/office/powerpoint/2010/main" val="40549457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 Image Half Watermelon">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0DD19D-70AF-D041-B4C2-571DA5367E60}"/>
              </a:ext>
            </a:extLst>
          </p:cNvPr>
          <p:cNvSpPr>
            <a:spLocks noGrp="1"/>
          </p:cNvSpPr>
          <p:nvPr>
            <p:ph type="pic" sz="quarter" idx="14" hasCustomPrompt="1"/>
          </p:nvPr>
        </p:nvSpPr>
        <p:spPr>
          <a:xfrm>
            <a:off x="6096000" y="1"/>
            <a:ext cx="6096000" cy="6858000"/>
          </a:xfrm>
          <a:solidFill>
            <a:srgbClr val="F54D77"/>
          </a:solidFill>
        </p:spPr>
        <p:txBody>
          <a:bodyPr anchor="ctr"/>
          <a:lstStyle>
            <a:lvl1pPr marL="0" indent="0" algn="ctr">
              <a:buNone/>
              <a:defRPr sz="1600"/>
            </a:lvl1pPr>
          </a:lstStyle>
          <a:p>
            <a:r>
              <a:rPr lang="en-GB"/>
              <a:t>Add image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128562" y="1764287"/>
            <a:ext cx="3838876"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defRPr sz="1600"/>
            </a:lvl3pPr>
            <a:lvl4pPr marL="360000" indent="-180000">
              <a:spcBef>
                <a:spcPts val="0"/>
              </a:spcBef>
              <a:spcAft>
                <a:spcPts val="1800"/>
              </a:spcAft>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Tree>
    <p:extLst>
      <p:ext uri="{BB962C8B-B14F-4D97-AF65-F5344CB8AC3E}">
        <p14:creationId xmlns:p14="http://schemas.microsoft.com/office/powerpoint/2010/main" val="42884497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 Image Half White">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0DD19D-70AF-D041-B4C2-571DA5367E60}"/>
              </a:ext>
            </a:extLst>
          </p:cNvPr>
          <p:cNvSpPr>
            <a:spLocks noGrp="1"/>
          </p:cNvSpPr>
          <p:nvPr>
            <p:ph type="pic" sz="quarter" idx="14" hasCustomPrompt="1"/>
          </p:nvPr>
        </p:nvSpPr>
        <p:spPr>
          <a:xfrm>
            <a:off x="6096000" y="1"/>
            <a:ext cx="6096000" cy="6858000"/>
          </a:xfrm>
          <a:solidFill>
            <a:schemeClr val="bg1"/>
          </a:solidFill>
        </p:spPr>
        <p:txBody>
          <a:bodyPr anchor="ctr"/>
          <a:lstStyle>
            <a:lvl1pPr marL="0" indent="0" algn="ctr">
              <a:buNone/>
              <a:defRPr sz="1600"/>
            </a:lvl1pPr>
          </a:lstStyle>
          <a:p>
            <a:r>
              <a:rPr lang="en-GB"/>
              <a:t>Add image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2"/>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2"/>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2"/>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128562" y="1764287"/>
            <a:ext cx="3838876"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buClr>
                <a:schemeClr val="accent2"/>
              </a:buClr>
              <a:defRPr sz="1600"/>
            </a:lvl3pPr>
            <a:lvl4pPr marL="360000" indent="-180000">
              <a:spcBef>
                <a:spcPts val="0"/>
              </a:spcBef>
              <a:spcAft>
                <a:spcPts val="1800"/>
              </a:spcAft>
              <a:buClr>
                <a:schemeClr val="accent2"/>
              </a:buClr>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1" name="Picture 10">
            <a:extLst>
              <a:ext uri="{FF2B5EF4-FFF2-40B4-BE49-F238E27FC236}">
                <a16:creationId xmlns:a16="http://schemas.microsoft.com/office/drawing/2014/main" id="{9B5C8B18-0FA7-D943-A451-1C20586A53BB}"/>
              </a:ext>
            </a:extLst>
          </p:cNvPr>
          <p:cNvPicPr>
            <a:picLocks noChangeAspect="1"/>
          </p:cNvPicPr>
          <p:nvPr userDrawn="1"/>
        </p:nvPicPr>
        <p:blipFill>
          <a:blip r:embed="rId2"/>
          <a:stretch>
            <a:fillRect/>
          </a:stretch>
        </p:blipFill>
        <p:spPr>
          <a:xfrm>
            <a:off x="11010148" y="337141"/>
            <a:ext cx="849600" cy="191639"/>
          </a:xfrm>
          <a:prstGeom prst="rect">
            <a:avLst/>
          </a:prstGeom>
        </p:spPr>
      </p:pic>
    </p:spTree>
    <p:extLst>
      <p:ext uri="{BB962C8B-B14F-4D97-AF65-F5344CB8AC3E}">
        <p14:creationId xmlns:p14="http://schemas.microsoft.com/office/powerpoint/2010/main" val="24283386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 Half with Icon Teal">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94A963-AE8F-6E45-80C4-CAC238166192}"/>
              </a:ext>
            </a:extLst>
          </p:cNvPr>
          <p:cNvSpPr/>
          <p:nvPr userDrawn="1"/>
        </p:nvSpPr>
        <p:spPr>
          <a:xfrm>
            <a:off x="6096000" y="0"/>
            <a:ext cx="6096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2"/>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2"/>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bg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128562" y="1764287"/>
            <a:ext cx="3838876"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buClr>
                <a:schemeClr val="accent2"/>
              </a:buClr>
              <a:defRPr sz="1600"/>
            </a:lvl3pPr>
            <a:lvl4pPr marL="360000" indent="-180000">
              <a:spcBef>
                <a:spcPts val="0"/>
              </a:spcBef>
              <a:spcAft>
                <a:spcPts val="1800"/>
              </a:spcAft>
              <a:buClr>
                <a:schemeClr val="accent2"/>
              </a:buClr>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2" name="Picture 11">
            <a:extLst>
              <a:ext uri="{FF2B5EF4-FFF2-40B4-BE49-F238E27FC236}">
                <a16:creationId xmlns:a16="http://schemas.microsoft.com/office/drawing/2014/main" id="{EF2DBA28-F988-8F44-9281-992A9C00141D}"/>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11" name="Picture Placeholder 6">
            <a:extLst>
              <a:ext uri="{FF2B5EF4-FFF2-40B4-BE49-F238E27FC236}">
                <a16:creationId xmlns:a16="http://schemas.microsoft.com/office/drawing/2014/main" id="{49ED8A22-8755-E547-8B7A-FE2BF8264D8F}"/>
              </a:ext>
            </a:extLst>
          </p:cNvPr>
          <p:cNvSpPr>
            <a:spLocks noGrp="1"/>
          </p:cNvSpPr>
          <p:nvPr>
            <p:ph type="pic" sz="quarter" idx="16" hasCustomPrompt="1"/>
          </p:nvPr>
        </p:nvSpPr>
        <p:spPr>
          <a:xfrm>
            <a:off x="6456000" y="1214846"/>
            <a:ext cx="5376000" cy="4698186"/>
          </a:xfrm>
        </p:spPr>
        <p:txBody>
          <a:bodyPr anchor="ctr"/>
          <a:lstStyle>
            <a:lvl1pPr marL="0" indent="0" algn="ctr">
              <a:buNone/>
              <a:defRPr>
                <a:solidFill>
                  <a:schemeClr val="bg1"/>
                </a:solidFill>
              </a:defRPr>
            </a:lvl1pPr>
          </a:lstStyle>
          <a:p>
            <a:r>
              <a:rPr lang="en-GB"/>
              <a:t>Add hand icon in watermelon here then Crop &gt; Fit</a:t>
            </a:r>
          </a:p>
        </p:txBody>
      </p:sp>
    </p:spTree>
    <p:extLst>
      <p:ext uri="{BB962C8B-B14F-4D97-AF65-F5344CB8AC3E}">
        <p14:creationId xmlns:p14="http://schemas.microsoft.com/office/powerpoint/2010/main" val="10952231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 Half with Icon Watermelon">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94A963-AE8F-6E45-80C4-CAC238166192}"/>
              </a:ext>
            </a:extLst>
          </p:cNvPr>
          <p:cNvSpPr/>
          <p:nvPr userDrawn="1"/>
        </p:nvSpPr>
        <p:spPr>
          <a:xfrm>
            <a:off x="6096000" y="0"/>
            <a:ext cx="6096000" cy="685800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2"/>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2"/>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bg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1128562" y="1764287"/>
            <a:ext cx="3838876"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buClr>
                <a:schemeClr val="accent2"/>
              </a:buClr>
              <a:defRPr sz="1600"/>
            </a:lvl3pPr>
            <a:lvl4pPr marL="360000" indent="-180000">
              <a:spcBef>
                <a:spcPts val="0"/>
              </a:spcBef>
              <a:spcAft>
                <a:spcPts val="1800"/>
              </a:spcAft>
              <a:buClr>
                <a:schemeClr val="accent2"/>
              </a:buClr>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2" name="Picture 11">
            <a:extLst>
              <a:ext uri="{FF2B5EF4-FFF2-40B4-BE49-F238E27FC236}">
                <a16:creationId xmlns:a16="http://schemas.microsoft.com/office/drawing/2014/main" id="{EF2DBA28-F988-8F44-9281-992A9C00141D}"/>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7" name="Picture Placeholder 6">
            <a:extLst>
              <a:ext uri="{FF2B5EF4-FFF2-40B4-BE49-F238E27FC236}">
                <a16:creationId xmlns:a16="http://schemas.microsoft.com/office/drawing/2014/main" id="{AE663F9C-4EF7-BA4A-8831-3B156C983591}"/>
              </a:ext>
            </a:extLst>
          </p:cNvPr>
          <p:cNvSpPr>
            <a:spLocks noGrp="1"/>
          </p:cNvSpPr>
          <p:nvPr>
            <p:ph type="pic" sz="quarter" idx="16" hasCustomPrompt="1"/>
          </p:nvPr>
        </p:nvSpPr>
        <p:spPr>
          <a:xfrm>
            <a:off x="6456000" y="1214846"/>
            <a:ext cx="5376000" cy="4698186"/>
          </a:xfrm>
        </p:spPr>
        <p:txBody>
          <a:bodyPr anchor="ctr"/>
          <a:lstStyle>
            <a:lvl1pPr marL="0" indent="0" algn="ctr">
              <a:buNone/>
              <a:defRPr>
                <a:solidFill>
                  <a:schemeClr val="bg1"/>
                </a:solidFill>
              </a:defRPr>
            </a:lvl1pPr>
          </a:lstStyle>
          <a:p>
            <a:r>
              <a:rPr lang="en-GB"/>
              <a:t>Add hand icon in teal here then Crop &gt; Fit</a:t>
            </a:r>
          </a:p>
        </p:txBody>
      </p:sp>
    </p:spTree>
    <p:extLst>
      <p:ext uri="{BB962C8B-B14F-4D97-AF65-F5344CB8AC3E}">
        <p14:creationId xmlns:p14="http://schemas.microsoft.com/office/powerpoint/2010/main" val="3900779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 Image Reveal">
    <p:bg>
      <p:bgPr>
        <a:solidFill>
          <a:srgbClr val="4D7B8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0DD19D-70AF-D041-B4C2-571DA5367E60}"/>
              </a:ext>
            </a:extLst>
          </p:cNvPr>
          <p:cNvSpPr>
            <a:spLocks noGrp="1"/>
          </p:cNvSpPr>
          <p:nvPr>
            <p:ph type="pic" sz="quarter" idx="14" hasCustomPrompt="1"/>
          </p:nvPr>
        </p:nvSpPr>
        <p:spPr>
          <a:xfrm>
            <a:off x="4064000" y="1"/>
            <a:ext cx="4064000" cy="6858000"/>
          </a:xfrm>
          <a:solidFill>
            <a:schemeClr val="accent1"/>
          </a:solidFill>
        </p:spPr>
        <p:txBody>
          <a:bodyPr anchor="ctr"/>
          <a:lstStyle>
            <a:lvl1pPr marL="0" indent="0" algn="ctr">
              <a:buNone/>
              <a:defRPr sz="1600"/>
            </a:lvl1pPr>
          </a:lstStyle>
          <a:p>
            <a:r>
              <a:rPr lang="en-GB"/>
              <a:t>Add image here</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360000" y="1764287"/>
            <a:ext cx="3344000"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buClrTx/>
              <a:defRPr sz="1600"/>
            </a:lvl3pPr>
            <a:lvl4pPr marL="360000" indent="-180000">
              <a:spcBef>
                <a:spcPts val="0"/>
              </a:spcBef>
              <a:spcAft>
                <a:spcPts val="1800"/>
              </a:spcAft>
              <a:buClrTx/>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0" name="Text Placeholder 13">
            <a:extLst>
              <a:ext uri="{FF2B5EF4-FFF2-40B4-BE49-F238E27FC236}">
                <a16:creationId xmlns:a16="http://schemas.microsoft.com/office/drawing/2014/main" id="{6359A7D8-C983-514A-B355-02C73814D062}"/>
              </a:ext>
            </a:extLst>
          </p:cNvPr>
          <p:cNvSpPr>
            <a:spLocks noGrp="1"/>
          </p:cNvSpPr>
          <p:nvPr>
            <p:ph type="body" sz="quarter" idx="16" hasCustomPrompt="1"/>
          </p:nvPr>
        </p:nvSpPr>
        <p:spPr>
          <a:xfrm>
            <a:off x="8487999" y="1764287"/>
            <a:ext cx="3344000" cy="3600450"/>
          </a:xfrm>
        </p:spPr>
        <p:txBody>
          <a:bodyPr anchor="ctr"/>
          <a:lstStyle>
            <a:lvl1pPr marL="0" indent="0">
              <a:spcBef>
                <a:spcPts val="0"/>
              </a:spcBef>
              <a:spcAft>
                <a:spcPts val="1800"/>
              </a:spcAft>
              <a:buNone/>
              <a:defRPr sz="4000" b="1"/>
            </a:lvl1pPr>
            <a:lvl2pPr marL="0" indent="0">
              <a:spcBef>
                <a:spcPts val="0"/>
              </a:spcBef>
              <a:spcAft>
                <a:spcPts val="1800"/>
              </a:spcAft>
              <a:buNone/>
              <a:defRPr sz="1600"/>
            </a:lvl2pPr>
            <a:lvl3pPr marL="180000" indent="-180000">
              <a:spcBef>
                <a:spcPts val="0"/>
              </a:spcBef>
              <a:spcAft>
                <a:spcPts val="1800"/>
              </a:spcAft>
              <a:buClrTx/>
              <a:defRPr sz="1600"/>
            </a:lvl3pPr>
            <a:lvl4pPr marL="360000" indent="-180000">
              <a:spcBef>
                <a:spcPts val="0"/>
              </a:spcBef>
              <a:spcAft>
                <a:spcPts val="1800"/>
              </a:spcAft>
              <a:buClrTx/>
              <a:defRPr sz="1600"/>
            </a:lvl4pPr>
          </a:lstStyle>
          <a:p>
            <a:pPr lvl="0"/>
            <a:r>
              <a:rPr lang="en-GB"/>
              <a:t>Place headline here</a:t>
            </a:r>
          </a:p>
          <a:p>
            <a:pPr lvl="1"/>
            <a:r>
              <a:rPr lang="en-GB"/>
              <a:t>Place details</a:t>
            </a:r>
          </a:p>
          <a:p>
            <a:pPr lvl="2"/>
            <a:r>
              <a:rPr lang="en-GB"/>
              <a:t>Bullet point level 1</a:t>
            </a:r>
          </a:p>
          <a:p>
            <a:pPr lvl="3"/>
            <a:r>
              <a:rPr lang="en-GB"/>
              <a:t>Bullet point level 2</a:t>
            </a:r>
          </a:p>
        </p:txBody>
      </p:sp>
    </p:spTree>
    <p:extLst>
      <p:ext uri="{BB962C8B-B14F-4D97-AF65-F5344CB8AC3E}">
        <p14:creationId xmlns:p14="http://schemas.microsoft.com/office/powerpoint/2010/main" val="21178195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 Image L Full Split 3 with Text">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0DD19D-70AF-D041-B4C2-571DA5367E60}"/>
              </a:ext>
            </a:extLst>
          </p:cNvPr>
          <p:cNvSpPr>
            <a:spLocks noGrp="1"/>
          </p:cNvSpPr>
          <p:nvPr>
            <p:ph type="pic" sz="quarter" idx="14" hasCustomPrompt="1"/>
          </p:nvPr>
        </p:nvSpPr>
        <p:spPr>
          <a:xfrm>
            <a:off x="4064000" y="1"/>
            <a:ext cx="2709333" cy="6858000"/>
          </a:xfrm>
          <a:noFill/>
        </p:spPr>
        <p:txBody>
          <a:bodyPr anchor="ctr"/>
          <a:lstStyle>
            <a:lvl1pPr marL="0" indent="0" algn="ctr">
              <a:buNone/>
              <a:defRPr sz="1600"/>
            </a:lvl1pPr>
          </a:lstStyle>
          <a:p>
            <a:r>
              <a:rPr lang="en-GB"/>
              <a:t>Add image here</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a:xfrm>
            <a:off x="1128561" y="6206580"/>
            <a:ext cx="2575439" cy="360000"/>
          </a:xfrm>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360000" y="1764287"/>
            <a:ext cx="3344000" cy="3600450"/>
          </a:xfrm>
        </p:spPr>
        <p:txBody>
          <a:bodyPr anchor="ctr"/>
          <a:lstStyle>
            <a:lvl1pPr marL="0" indent="0">
              <a:spcBef>
                <a:spcPts val="0"/>
              </a:spcBef>
              <a:spcAft>
                <a:spcPts val="1800"/>
              </a:spcAft>
              <a:buNone/>
              <a:defRPr sz="2000" b="0"/>
            </a:lvl1pPr>
            <a:lvl2pPr marL="0" indent="0">
              <a:spcBef>
                <a:spcPts val="0"/>
              </a:spcBef>
              <a:spcAft>
                <a:spcPts val="1800"/>
              </a:spcAft>
              <a:buNone/>
              <a:defRPr sz="1600"/>
            </a:lvl2pPr>
            <a:lvl3pPr marL="180000" indent="-180000">
              <a:spcBef>
                <a:spcPts val="0"/>
              </a:spcBef>
              <a:spcAft>
                <a:spcPts val="1800"/>
              </a:spcAft>
              <a:buClrTx/>
              <a:defRPr sz="1600"/>
            </a:lvl3pPr>
            <a:lvl4pPr marL="360000" indent="-180000">
              <a:spcBef>
                <a:spcPts val="0"/>
              </a:spcBef>
              <a:spcAft>
                <a:spcPts val="1800"/>
              </a:spcAft>
              <a:buClrTx/>
              <a:defRPr sz="1600"/>
            </a:lvl4pPr>
          </a:lstStyle>
          <a:p>
            <a:pPr lvl="0"/>
            <a:r>
              <a:rPr lang="en-GB"/>
              <a:t>Place details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5" name="Picture Placeholder 8">
            <a:extLst>
              <a:ext uri="{FF2B5EF4-FFF2-40B4-BE49-F238E27FC236}">
                <a16:creationId xmlns:a16="http://schemas.microsoft.com/office/drawing/2014/main" id="{9A209F38-2CA1-0C4B-8CA6-9CD031F296B3}"/>
              </a:ext>
            </a:extLst>
          </p:cNvPr>
          <p:cNvSpPr>
            <a:spLocks noGrp="1"/>
          </p:cNvSpPr>
          <p:nvPr>
            <p:ph type="pic" sz="quarter" idx="16" hasCustomPrompt="1"/>
          </p:nvPr>
        </p:nvSpPr>
        <p:spPr>
          <a:xfrm>
            <a:off x="6773333" y="1"/>
            <a:ext cx="2709333" cy="6858000"/>
          </a:xfrm>
          <a:noFill/>
        </p:spPr>
        <p:txBody>
          <a:bodyPr anchor="ctr"/>
          <a:lstStyle>
            <a:lvl1pPr marL="0" indent="0" algn="ctr">
              <a:buNone/>
              <a:defRPr sz="1600"/>
            </a:lvl1pPr>
          </a:lstStyle>
          <a:p>
            <a:r>
              <a:rPr lang="en-GB"/>
              <a:t>Add image here</a:t>
            </a:r>
          </a:p>
        </p:txBody>
      </p:sp>
      <p:sp>
        <p:nvSpPr>
          <p:cNvPr id="16" name="Picture Placeholder 8">
            <a:extLst>
              <a:ext uri="{FF2B5EF4-FFF2-40B4-BE49-F238E27FC236}">
                <a16:creationId xmlns:a16="http://schemas.microsoft.com/office/drawing/2014/main" id="{2805786B-66DD-D347-9ED9-07A3B3A91F8E}"/>
              </a:ext>
            </a:extLst>
          </p:cNvPr>
          <p:cNvSpPr>
            <a:spLocks noGrp="1"/>
          </p:cNvSpPr>
          <p:nvPr>
            <p:ph type="pic" sz="quarter" idx="17" hasCustomPrompt="1"/>
          </p:nvPr>
        </p:nvSpPr>
        <p:spPr>
          <a:xfrm>
            <a:off x="9482666" y="1"/>
            <a:ext cx="2709333" cy="6858000"/>
          </a:xfrm>
          <a:noFill/>
        </p:spPr>
        <p:txBody>
          <a:bodyPr anchor="ctr"/>
          <a:lstStyle>
            <a:lvl1pPr marL="0" indent="0" algn="ctr">
              <a:buNone/>
              <a:defRPr sz="1600"/>
            </a:lvl1pPr>
          </a:lstStyle>
          <a:p>
            <a:r>
              <a:rPr lang="en-GB"/>
              <a:t>Add image here</a:t>
            </a:r>
          </a:p>
        </p:txBody>
      </p:sp>
    </p:spTree>
    <p:extLst>
      <p:ext uri="{BB962C8B-B14F-4D97-AF65-F5344CB8AC3E}">
        <p14:creationId xmlns:p14="http://schemas.microsoft.com/office/powerpoint/2010/main" val="31121007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 Image L Full with Text">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0DD19D-70AF-D041-B4C2-571DA5367E60}"/>
              </a:ext>
            </a:extLst>
          </p:cNvPr>
          <p:cNvSpPr>
            <a:spLocks noGrp="1"/>
          </p:cNvSpPr>
          <p:nvPr>
            <p:ph type="pic" sz="quarter" idx="14" hasCustomPrompt="1"/>
          </p:nvPr>
        </p:nvSpPr>
        <p:spPr>
          <a:xfrm>
            <a:off x="4064000" y="1"/>
            <a:ext cx="8128000" cy="6858000"/>
          </a:xfrm>
          <a:solidFill>
            <a:srgbClr val="4D7B83"/>
          </a:solidFill>
        </p:spPr>
        <p:txBody>
          <a:bodyPr anchor="ctr"/>
          <a:lstStyle>
            <a:lvl1pPr marL="0" indent="0" algn="ctr">
              <a:buNone/>
              <a:defRPr sz="1600"/>
            </a:lvl1pPr>
          </a:lstStyle>
          <a:p>
            <a:r>
              <a:rPr lang="en-GB"/>
              <a:t>Add image here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a:xfrm>
            <a:off x="1128561" y="6206580"/>
            <a:ext cx="2575439" cy="360000"/>
          </a:xfrm>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360000" y="1764287"/>
            <a:ext cx="3344000" cy="3600450"/>
          </a:xfrm>
        </p:spPr>
        <p:txBody>
          <a:bodyPr anchor="ctr"/>
          <a:lstStyle>
            <a:lvl1pPr marL="0" indent="0">
              <a:spcBef>
                <a:spcPts val="0"/>
              </a:spcBef>
              <a:spcAft>
                <a:spcPts val="1800"/>
              </a:spcAft>
              <a:buNone/>
              <a:defRPr sz="2000" b="0"/>
            </a:lvl1pPr>
            <a:lvl2pPr marL="0" indent="0">
              <a:spcBef>
                <a:spcPts val="0"/>
              </a:spcBef>
              <a:spcAft>
                <a:spcPts val="1800"/>
              </a:spcAft>
              <a:buNone/>
              <a:defRPr sz="1600"/>
            </a:lvl2pPr>
            <a:lvl3pPr marL="180000" indent="-180000">
              <a:spcBef>
                <a:spcPts val="0"/>
              </a:spcBef>
              <a:spcAft>
                <a:spcPts val="1800"/>
              </a:spcAft>
              <a:buClrTx/>
              <a:defRPr sz="1600"/>
            </a:lvl3pPr>
            <a:lvl4pPr marL="360000" indent="-180000">
              <a:spcBef>
                <a:spcPts val="0"/>
              </a:spcBef>
              <a:spcAft>
                <a:spcPts val="1800"/>
              </a:spcAft>
              <a:buClrTx/>
              <a:defRPr sz="1600"/>
            </a:lvl4pPr>
          </a:lstStyle>
          <a:p>
            <a:pPr lvl="0"/>
            <a:r>
              <a:rPr lang="en-GB"/>
              <a:t>Place details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Tree>
    <p:extLst>
      <p:ext uri="{BB962C8B-B14F-4D97-AF65-F5344CB8AC3E}">
        <p14:creationId xmlns:p14="http://schemas.microsoft.com/office/powerpoint/2010/main" val="6439413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 Image L Centre 1">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635CFE5-ADCA-364A-9B06-9555166CC822}"/>
              </a:ext>
            </a:extLst>
          </p:cNvPr>
          <p:cNvSpPr>
            <a:spLocks noGrp="1"/>
          </p:cNvSpPr>
          <p:nvPr>
            <p:ph type="pic" sz="quarter" idx="14" hasCustomPrompt="1"/>
          </p:nvPr>
        </p:nvSpPr>
        <p:spPr>
          <a:xfrm>
            <a:off x="330952" y="698718"/>
            <a:ext cx="11530096" cy="5555160"/>
          </a:xfrm>
          <a:custGeom>
            <a:avLst/>
            <a:gdLst>
              <a:gd name="connsiteX0" fmla="*/ 500187 w 11530096"/>
              <a:gd name="connsiteY0" fmla="*/ 0 h 5555160"/>
              <a:gd name="connsiteX1" fmla="*/ 11029909 w 11530096"/>
              <a:gd name="connsiteY1" fmla="*/ 0 h 5555160"/>
              <a:gd name="connsiteX2" fmla="*/ 11530096 w 11530096"/>
              <a:gd name="connsiteY2" fmla="*/ 500187 h 5555160"/>
              <a:gd name="connsiteX3" fmla="*/ 11530096 w 11530096"/>
              <a:gd name="connsiteY3" fmla="*/ 5054973 h 5555160"/>
              <a:gd name="connsiteX4" fmla="*/ 11029909 w 11530096"/>
              <a:gd name="connsiteY4" fmla="*/ 5555160 h 5555160"/>
              <a:gd name="connsiteX5" fmla="*/ 500187 w 11530096"/>
              <a:gd name="connsiteY5" fmla="*/ 5555160 h 5555160"/>
              <a:gd name="connsiteX6" fmla="*/ 0 w 11530096"/>
              <a:gd name="connsiteY6" fmla="*/ 5054973 h 5555160"/>
              <a:gd name="connsiteX7" fmla="*/ 0 w 11530096"/>
              <a:gd name="connsiteY7" fmla="*/ 500187 h 5555160"/>
              <a:gd name="connsiteX8" fmla="*/ 500187 w 11530096"/>
              <a:gd name="connsiteY8" fmla="*/ 0 h 555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30096" h="5555160">
                <a:moveTo>
                  <a:pt x="500187" y="0"/>
                </a:moveTo>
                <a:lnTo>
                  <a:pt x="11029909" y="0"/>
                </a:lnTo>
                <a:cubicBezTo>
                  <a:pt x="11306155" y="0"/>
                  <a:pt x="11530096" y="223941"/>
                  <a:pt x="11530096" y="500187"/>
                </a:cubicBezTo>
                <a:lnTo>
                  <a:pt x="11530096" y="5054973"/>
                </a:lnTo>
                <a:cubicBezTo>
                  <a:pt x="11530096" y="5331219"/>
                  <a:pt x="11306155" y="5555160"/>
                  <a:pt x="11029909" y="5555160"/>
                </a:cubicBezTo>
                <a:lnTo>
                  <a:pt x="500187" y="5555160"/>
                </a:lnTo>
                <a:cubicBezTo>
                  <a:pt x="223941" y="5555160"/>
                  <a:pt x="0" y="5331219"/>
                  <a:pt x="0" y="5054973"/>
                </a:cubicBezTo>
                <a:lnTo>
                  <a:pt x="0" y="500187"/>
                </a:lnTo>
                <a:cubicBezTo>
                  <a:pt x="0" y="223941"/>
                  <a:pt x="223941" y="0"/>
                  <a:pt x="500187" y="0"/>
                </a:cubicBezTo>
                <a:close/>
              </a:path>
            </a:pathLst>
          </a:custGeom>
          <a:solidFill>
            <a:srgbClr val="4D7B83"/>
          </a:solidFill>
        </p:spPr>
        <p:txBody>
          <a:bodyPr wrap="square" anchor="ctr">
            <a:noAutofit/>
          </a:bodyPr>
          <a:lstStyle>
            <a:lvl1pPr marL="0" indent="0" algn="ctr">
              <a:buFont typeface="Arial" panose="020B0604020202020204" pitchFamily="34" charset="0"/>
              <a:buNone/>
              <a:defRPr sz="1600"/>
            </a:lvl1pPr>
          </a:lstStyle>
          <a:p>
            <a:r>
              <a:rPr lang="en-GB"/>
              <a:t>Add image here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a:xfrm>
            <a:off x="1128561" y="6206580"/>
            <a:ext cx="2575439" cy="360000"/>
          </a:xfrm>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744280" y="1109784"/>
            <a:ext cx="295972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2" name="Text Placeholder 13">
            <a:extLst>
              <a:ext uri="{FF2B5EF4-FFF2-40B4-BE49-F238E27FC236}">
                <a16:creationId xmlns:a16="http://schemas.microsoft.com/office/drawing/2014/main" id="{D1810EAF-E143-E445-8E2C-F9F993CFA519}"/>
              </a:ext>
            </a:extLst>
          </p:cNvPr>
          <p:cNvSpPr>
            <a:spLocks noGrp="1"/>
          </p:cNvSpPr>
          <p:nvPr>
            <p:ph type="body" sz="quarter" idx="17" hasCustomPrompt="1"/>
          </p:nvPr>
        </p:nvSpPr>
        <p:spPr>
          <a:xfrm>
            <a:off x="744280" y="1593564"/>
            <a:ext cx="2959720" cy="1009134"/>
          </a:xfrm>
        </p:spPr>
        <p:txBody>
          <a:bodyPr/>
          <a:lstStyle>
            <a:lvl1pPr marL="0" indent="0">
              <a:spcBef>
                <a:spcPts val="0"/>
              </a:spcBef>
              <a:spcAft>
                <a:spcPts val="1800"/>
              </a:spcAft>
              <a:buNone/>
              <a:defRPr lang="en-GB" sz="1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Tree>
    <p:extLst>
      <p:ext uri="{BB962C8B-B14F-4D97-AF65-F5344CB8AC3E}">
        <p14:creationId xmlns:p14="http://schemas.microsoft.com/office/powerpoint/2010/main" val="28187268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 Image L Centre 2">
    <p:bg>
      <p:bgPr>
        <a:solidFill>
          <a:schemeClr val="accent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17E0A7D-847D-004E-AAAE-290514351E87}"/>
              </a:ext>
            </a:extLst>
          </p:cNvPr>
          <p:cNvSpPr>
            <a:spLocks noGrp="1"/>
          </p:cNvSpPr>
          <p:nvPr>
            <p:ph type="pic" sz="quarter" idx="18" hasCustomPrompt="1"/>
          </p:nvPr>
        </p:nvSpPr>
        <p:spPr>
          <a:xfrm>
            <a:off x="330952" y="291420"/>
            <a:ext cx="11530096" cy="6275160"/>
          </a:xfrm>
          <a:custGeom>
            <a:avLst/>
            <a:gdLst>
              <a:gd name="connsiteX0" fmla="*/ 500187 w 11530096"/>
              <a:gd name="connsiteY0" fmla="*/ 0 h 6275160"/>
              <a:gd name="connsiteX1" fmla="*/ 11029909 w 11530096"/>
              <a:gd name="connsiteY1" fmla="*/ 0 h 6275160"/>
              <a:gd name="connsiteX2" fmla="*/ 11530096 w 11530096"/>
              <a:gd name="connsiteY2" fmla="*/ 500187 h 6275160"/>
              <a:gd name="connsiteX3" fmla="*/ 11530096 w 11530096"/>
              <a:gd name="connsiteY3" fmla="*/ 1220187 h 6275160"/>
              <a:gd name="connsiteX4" fmla="*/ 11530096 w 11530096"/>
              <a:gd name="connsiteY4" fmla="*/ 5054973 h 6275160"/>
              <a:gd name="connsiteX5" fmla="*/ 11530096 w 11530096"/>
              <a:gd name="connsiteY5" fmla="*/ 5774973 h 6275160"/>
              <a:gd name="connsiteX6" fmla="*/ 11029909 w 11530096"/>
              <a:gd name="connsiteY6" fmla="*/ 6275160 h 6275160"/>
              <a:gd name="connsiteX7" fmla="*/ 500187 w 11530096"/>
              <a:gd name="connsiteY7" fmla="*/ 6275160 h 6275160"/>
              <a:gd name="connsiteX8" fmla="*/ 0 w 11530096"/>
              <a:gd name="connsiteY8" fmla="*/ 5774973 h 6275160"/>
              <a:gd name="connsiteX9" fmla="*/ 0 w 11530096"/>
              <a:gd name="connsiteY9" fmla="*/ 5054973 h 6275160"/>
              <a:gd name="connsiteX10" fmla="*/ 0 w 11530096"/>
              <a:gd name="connsiteY10" fmla="*/ 1220187 h 6275160"/>
              <a:gd name="connsiteX11" fmla="*/ 0 w 11530096"/>
              <a:gd name="connsiteY11" fmla="*/ 500187 h 6275160"/>
              <a:gd name="connsiteX12" fmla="*/ 500187 w 11530096"/>
              <a:gd name="connsiteY12" fmla="*/ 0 h 627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30096" h="6275160">
                <a:moveTo>
                  <a:pt x="500187" y="0"/>
                </a:moveTo>
                <a:lnTo>
                  <a:pt x="11029909" y="0"/>
                </a:lnTo>
                <a:cubicBezTo>
                  <a:pt x="11306155" y="0"/>
                  <a:pt x="11530096" y="223941"/>
                  <a:pt x="11530096" y="500187"/>
                </a:cubicBezTo>
                <a:lnTo>
                  <a:pt x="11530096" y="1220187"/>
                </a:lnTo>
                <a:lnTo>
                  <a:pt x="11530096" y="5054973"/>
                </a:lnTo>
                <a:lnTo>
                  <a:pt x="11530096" y="5774973"/>
                </a:lnTo>
                <a:cubicBezTo>
                  <a:pt x="11530096" y="6051219"/>
                  <a:pt x="11306155" y="6275160"/>
                  <a:pt x="11029909" y="6275160"/>
                </a:cubicBezTo>
                <a:lnTo>
                  <a:pt x="500187" y="6275160"/>
                </a:lnTo>
                <a:cubicBezTo>
                  <a:pt x="223941" y="6275160"/>
                  <a:pt x="0" y="6051219"/>
                  <a:pt x="0" y="5774973"/>
                </a:cubicBezTo>
                <a:lnTo>
                  <a:pt x="0" y="5054973"/>
                </a:lnTo>
                <a:lnTo>
                  <a:pt x="0" y="1220187"/>
                </a:lnTo>
                <a:lnTo>
                  <a:pt x="0" y="500187"/>
                </a:lnTo>
                <a:cubicBezTo>
                  <a:pt x="0" y="223941"/>
                  <a:pt x="223941" y="0"/>
                  <a:pt x="500187" y="0"/>
                </a:cubicBezTo>
                <a:close/>
              </a:path>
            </a:pathLst>
          </a:custGeom>
          <a:solidFill>
            <a:srgbClr val="4D7B83"/>
          </a:solidFill>
        </p:spPr>
        <p:txBody>
          <a:bodyPr wrap="square" anchor="ctr">
            <a:noAutofit/>
          </a:bodyPr>
          <a:lstStyle>
            <a:lvl1pPr marL="0" indent="0" algn="ctr">
              <a:buFont typeface="Arial" panose="020B0604020202020204" pitchFamily="34" charset="0"/>
              <a:buNone/>
              <a:defRPr sz="1600"/>
            </a:lvl1pPr>
          </a:lstStyle>
          <a:p>
            <a:r>
              <a:rPr lang="en-GB"/>
              <a:t>Add image here then ‘Send to Back’</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744280" y="1109784"/>
            <a:ext cx="2959720" cy="360000"/>
          </a:xfrm>
          <a:prstGeom prst="rect">
            <a:avLst/>
          </a:prstGeom>
        </p:spPr>
        <p:txBody>
          <a:bodyPr/>
          <a:lstStyle>
            <a:lvl1pPr>
              <a:defRPr sz="2000"/>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744280" y="913614"/>
            <a:ext cx="295972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2" name="Text Placeholder 13">
            <a:extLst>
              <a:ext uri="{FF2B5EF4-FFF2-40B4-BE49-F238E27FC236}">
                <a16:creationId xmlns:a16="http://schemas.microsoft.com/office/drawing/2014/main" id="{D1810EAF-E143-E445-8E2C-F9F993CFA519}"/>
              </a:ext>
            </a:extLst>
          </p:cNvPr>
          <p:cNvSpPr>
            <a:spLocks noGrp="1"/>
          </p:cNvSpPr>
          <p:nvPr>
            <p:ph type="body" sz="quarter" idx="17" hasCustomPrompt="1"/>
          </p:nvPr>
        </p:nvSpPr>
        <p:spPr>
          <a:xfrm>
            <a:off x="744280" y="1593564"/>
            <a:ext cx="2959720" cy="1009134"/>
          </a:xfrm>
        </p:spPr>
        <p:txBody>
          <a:bodyPr/>
          <a:lstStyle>
            <a:lvl1pPr marL="0" indent="0">
              <a:spcBef>
                <a:spcPts val="0"/>
              </a:spcBef>
              <a:spcAft>
                <a:spcPts val="1800"/>
              </a:spcAft>
              <a:buNone/>
              <a:defRPr lang="en-GB" sz="1400" b="0" i="0" kern="1200" dirty="0" smtClean="0">
                <a:solidFill>
                  <a:schemeClr val="tx1"/>
                </a:solidFill>
                <a:latin typeface="Raleway" pitchFamily="2" charset="77"/>
                <a:ea typeface="+mn-ea"/>
                <a:cs typeface="+mn-cs"/>
              </a:defRPr>
            </a:lvl1pPr>
            <a:lvl2pPr marL="0" indent="0">
              <a:spcBef>
                <a:spcPts val="0"/>
              </a:spcBef>
              <a:spcAft>
                <a:spcPts val="1800"/>
              </a:spcAft>
              <a:buNone/>
              <a:defRPr lang="en-GB" sz="1600" kern="1200" dirty="0" smtClean="0">
                <a:solidFill>
                  <a:schemeClr val="tx1"/>
                </a:solidFill>
                <a:latin typeface="+mn-lt"/>
                <a:ea typeface="+mn-ea"/>
                <a:cs typeface="+mn-cs"/>
              </a:defRPr>
            </a:lvl2pPr>
            <a:lvl3pPr marL="180000" indent="-180000">
              <a:spcBef>
                <a:spcPts val="0"/>
              </a:spcBef>
              <a:spcAft>
                <a:spcPts val="1800"/>
              </a:spcAft>
              <a:defRPr lang="en-GB" sz="1600" kern="1200" dirty="0" smtClean="0">
                <a:solidFill>
                  <a:schemeClr val="tx1"/>
                </a:solidFill>
                <a:latin typeface="+mn-lt"/>
                <a:ea typeface="+mn-ea"/>
                <a:cs typeface="+mn-cs"/>
              </a:defRPr>
            </a:lvl3pPr>
            <a:lvl4pPr marL="360000" indent="-180000">
              <a:spcBef>
                <a:spcPts val="0"/>
              </a:spcBef>
              <a:spcAft>
                <a:spcPts val="1800"/>
              </a:spcAft>
              <a:defRPr lang="en-GB" sz="1600" kern="1200" dirty="0">
                <a:solidFill>
                  <a:schemeClr val="tx1"/>
                </a:solidFill>
                <a:latin typeface="+mn-lt"/>
                <a:ea typeface="+mn-ea"/>
                <a:cs typeface="+mn-cs"/>
              </a:defRPr>
            </a:lvl4pPr>
          </a:lstStyle>
          <a:p>
            <a:pPr lvl="0"/>
            <a:r>
              <a:rPr lang="en-GB"/>
              <a:t>Place details</a:t>
            </a:r>
          </a:p>
        </p:txBody>
      </p:sp>
    </p:spTree>
    <p:extLst>
      <p:ext uri="{BB962C8B-B14F-4D97-AF65-F5344CB8AC3E}">
        <p14:creationId xmlns:p14="http://schemas.microsoft.com/office/powerpoint/2010/main" val="21140823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 Image L Top Left">
    <p:bg>
      <p:bgPr>
        <a:solidFill>
          <a:schemeClr val="accent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74A26B26-122F-6942-BB71-454E282E7431}"/>
              </a:ext>
            </a:extLst>
          </p:cNvPr>
          <p:cNvSpPr>
            <a:spLocks noGrp="1"/>
          </p:cNvSpPr>
          <p:nvPr>
            <p:ph type="pic" sz="quarter" idx="14" hasCustomPrompt="1"/>
          </p:nvPr>
        </p:nvSpPr>
        <p:spPr>
          <a:xfrm>
            <a:off x="0" y="0"/>
            <a:ext cx="10668000" cy="6206580"/>
          </a:xfrm>
          <a:custGeom>
            <a:avLst/>
            <a:gdLst>
              <a:gd name="connsiteX0" fmla="*/ 0 w 10668000"/>
              <a:gd name="connsiteY0" fmla="*/ 0 h 6206580"/>
              <a:gd name="connsiteX1" fmla="*/ 10668000 w 10668000"/>
              <a:gd name="connsiteY1" fmla="*/ 0 h 6206580"/>
              <a:gd name="connsiteX2" fmla="*/ 10668000 w 10668000"/>
              <a:gd name="connsiteY2" fmla="*/ 5485797 h 6206580"/>
              <a:gd name="connsiteX3" fmla="*/ 9947217 w 10668000"/>
              <a:gd name="connsiteY3" fmla="*/ 6206580 h 6206580"/>
              <a:gd name="connsiteX4" fmla="*/ 7737417 w 10668000"/>
              <a:gd name="connsiteY4" fmla="*/ 6206580 h 6206580"/>
              <a:gd name="connsiteX5" fmla="*/ 720783 w 10668000"/>
              <a:gd name="connsiteY5" fmla="*/ 6206580 h 6206580"/>
              <a:gd name="connsiteX6" fmla="*/ 0 w 10668000"/>
              <a:gd name="connsiteY6" fmla="*/ 6206580 h 620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68000" h="6206580">
                <a:moveTo>
                  <a:pt x="0" y="0"/>
                </a:moveTo>
                <a:lnTo>
                  <a:pt x="10668000" y="0"/>
                </a:lnTo>
                <a:lnTo>
                  <a:pt x="10668000" y="5485797"/>
                </a:lnTo>
                <a:cubicBezTo>
                  <a:pt x="10668000" y="5883874"/>
                  <a:pt x="10345294" y="6206580"/>
                  <a:pt x="9947217" y="6206580"/>
                </a:cubicBezTo>
                <a:lnTo>
                  <a:pt x="7737417" y="6206580"/>
                </a:lnTo>
                <a:lnTo>
                  <a:pt x="720783" y="6206580"/>
                </a:lnTo>
                <a:lnTo>
                  <a:pt x="0" y="6206580"/>
                </a:lnTo>
                <a:close/>
              </a:path>
            </a:pathLst>
          </a:custGeom>
          <a:solidFill>
            <a:srgbClr val="4D7B83"/>
          </a:solidFill>
        </p:spPr>
        <p:txBody>
          <a:bodyPr wrap="square" anchor="ctr">
            <a:noAutofit/>
          </a:bodyPr>
          <a:lstStyle>
            <a:lvl1pPr marL="0" indent="0" algn="ctr">
              <a:buFont typeface="Arial" panose="020B0604020202020204" pitchFamily="34" charset="0"/>
              <a:buNone/>
              <a:defRPr sz="1600"/>
            </a:lvl1pPr>
          </a:lstStyle>
          <a:p>
            <a:r>
              <a:rPr lang="en-GB"/>
              <a:t>Add image here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a:xfrm>
            <a:off x="1128561" y="6206580"/>
            <a:ext cx="2575439" cy="360000"/>
          </a:xfrm>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Tree>
    <p:extLst>
      <p:ext uri="{BB962C8B-B14F-4D97-AF65-F5344CB8AC3E}">
        <p14:creationId xmlns:p14="http://schemas.microsoft.com/office/powerpoint/2010/main" val="1870549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 Image L Bottom-Aligned">
    <p:bg>
      <p:bgRef idx="1001">
        <a:schemeClr val="bg2"/>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a:xfrm>
            <a:off x="1128561" y="6206580"/>
            <a:ext cx="2575439" cy="360000"/>
          </a:xfrm>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3" name="Text Placeholder 13">
            <a:extLst>
              <a:ext uri="{FF2B5EF4-FFF2-40B4-BE49-F238E27FC236}">
                <a16:creationId xmlns:a16="http://schemas.microsoft.com/office/drawing/2014/main" id="{2520763B-DECF-414E-96DD-B9C9A3C27002}"/>
              </a:ext>
            </a:extLst>
          </p:cNvPr>
          <p:cNvSpPr>
            <a:spLocks noGrp="1"/>
          </p:cNvSpPr>
          <p:nvPr>
            <p:ph type="body" sz="quarter" idx="15" hasCustomPrompt="1"/>
          </p:nvPr>
        </p:nvSpPr>
        <p:spPr>
          <a:xfrm>
            <a:off x="360000" y="945369"/>
            <a:ext cx="5736000" cy="441510"/>
          </a:xfrm>
        </p:spPr>
        <p:txBody>
          <a:bodyPr anchor="t"/>
          <a:lstStyle>
            <a:lvl1pPr marL="0" indent="0">
              <a:spcBef>
                <a:spcPts val="0"/>
              </a:spcBef>
              <a:spcAft>
                <a:spcPts val="600"/>
              </a:spcAft>
              <a:buNone/>
              <a:defRPr sz="1600" b="0"/>
            </a:lvl1pPr>
            <a:lvl2pPr marL="0" indent="0">
              <a:spcBef>
                <a:spcPts val="0"/>
              </a:spcBef>
              <a:spcAft>
                <a:spcPts val="600"/>
              </a:spcAft>
              <a:buNone/>
              <a:defRPr sz="1600"/>
            </a:lvl2pPr>
            <a:lvl3pPr marL="180000" indent="-180000">
              <a:spcBef>
                <a:spcPts val="0"/>
              </a:spcBef>
              <a:spcAft>
                <a:spcPts val="600"/>
              </a:spcAft>
              <a:buClrTx/>
              <a:defRPr sz="1600"/>
            </a:lvl3pPr>
            <a:lvl4pPr marL="360000" indent="-180000">
              <a:spcBef>
                <a:spcPts val="0"/>
              </a:spcBef>
              <a:spcAft>
                <a:spcPts val="600"/>
              </a:spcAft>
              <a:buClrTx/>
              <a:defRPr sz="1600"/>
            </a:lvl4pPr>
          </a:lstStyle>
          <a:p>
            <a:pPr lvl="0"/>
            <a:r>
              <a:rPr lang="en-GB"/>
              <a:t>Place details here</a:t>
            </a:r>
          </a:p>
        </p:txBody>
      </p:sp>
      <p:sp>
        <p:nvSpPr>
          <p:cNvPr id="16" name="Picture Placeholder 15">
            <a:extLst>
              <a:ext uri="{FF2B5EF4-FFF2-40B4-BE49-F238E27FC236}">
                <a16:creationId xmlns:a16="http://schemas.microsoft.com/office/drawing/2014/main" id="{104E22D2-7F72-364C-BE2D-D494583EC07B}"/>
              </a:ext>
            </a:extLst>
          </p:cNvPr>
          <p:cNvSpPr>
            <a:spLocks noGrp="1"/>
          </p:cNvSpPr>
          <p:nvPr>
            <p:ph type="pic" sz="quarter" idx="14" hasCustomPrompt="1"/>
          </p:nvPr>
        </p:nvSpPr>
        <p:spPr>
          <a:xfrm>
            <a:off x="360000" y="1613192"/>
            <a:ext cx="11472000" cy="5244809"/>
          </a:xfrm>
          <a:custGeom>
            <a:avLst/>
            <a:gdLst>
              <a:gd name="connsiteX0" fmla="*/ 606984 w 11472000"/>
              <a:gd name="connsiteY0" fmla="*/ 0 h 5244809"/>
              <a:gd name="connsiteX1" fmla="*/ 10865016 w 11472000"/>
              <a:gd name="connsiteY1" fmla="*/ 0 h 5244809"/>
              <a:gd name="connsiteX2" fmla="*/ 11472000 w 11472000"/>
              <a:gd name="connsiteY2" fmla="*/ 606984 h 5244809"/>
              <a:gd name="connsiteX3" fmla="*/ 11472000 w 11472000"/>
              <a:gd name="connsiteY3" fmla="*/ 1198179 h 5244809"/>
              <a:gd name="connsiteX4" fmla="*/ 11472000 w 11472000"/>
              <a:gd name="connsiteY4" fmla="*/ 3034850 h 5244809"/>
              <a:gd name="connsiteX5" fmla="*/ 11472000 w 11472000"/>
              <a:gd name="connsiteY5" fmla="*/ 5244809 h 5244809"/>
              <a:gd name="connsiteX6" fmla="*/ 0 w 11472000"/>
              <a:gd name="connsiteY6" fmla="*/ 5244809 h 5244809"/>
              <a:gd name="connsiteX7" fmla="*/ 0 w 11472000"/>
              <a:gd name="connsiteY7" fmla="*/ 3034850 h 5244809"/>
              <a:gd name="connsiteX8" fmla="*/ 0 w 11472000"/>
              <a:gd name="connsiteY8" fmla="*/ 1198179 h 5244809"/>
              <a:gd name="connsiteX9" fmla="*/ 0 w 11472000"/>
              <a:gd name="connsiteY9" fmla="*/ 606984 h 5244809"/>
              <a:gd name="connsiteX10" fmla="*/ 606984 w 11472000"/>
              <a:gd name="connsiteY10" fmla="*/ 0 h 524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2000" h="5244809">
                <a:moveTo>
                  <a:pt x="606984" y="0"/>
                </a:moveTo>
                <a:lnTo>
                  <a:pt x="10865016" y="0"/>
                </a:lnTo>
                <a:cubicBezTo>
                  <a:pt x="11200244" y="0"/>
                  <a:pt x="11472000" y="271756"/>
                  <a:pt x="11472000" y="606984"/>
                </a:cubicBezTo>
                <a:lnTo>
                  <a:pt x="11472000" y="1198179"/>
                </a:lnTo>
                <a:lnTo>
                  <a:pt x="11472000" y="3034850"/>
                </a:lnTo>
                <a:lnTo>
                  <a:pt x="11472000" y="5244809"/>
                </a:lnTo>
                <a:lnTo>
                  <a:pt x="0" y="5244809"/>
                </a:lnTo>
                <a:lnTo>
                  <a:pt x="0" y="3034850"/>
                </a:lnTo>
                <a:lnTo>
                  <a:pt x="0" y="1198179"/>
                </a:lnTo>
                <a:lnTo>
                  <a:pt x="0" y="606984"/>
                </a:lnTo>
                <a:cubicBezTo>
                  <a:pt x="0" y="271756"/>
                  <a:pt x="271756" y="0"/>
                  <a:pt x="606984" y="0"/>
                </a:cubicBezTo>
                <a:close/>
              </a:path>
            </a:pathLst>
          </a:custGeom>
          <a:solidFill>
            <a:srgbClr val="4D7B83"/>
          </a:solidFill>
        </p:spPr>
        <p:txBody>
          <a:bodyPr vert="horz" wrap="square" lIns="0" tIns="0" rIns="0" bIns="0" rtlCol="0" anchor="ctr">
            <a:noAutofit/>
          </a:bodyPr>
          <a:lstStyle>
            <a:lvl1pPr marL="0" indent="0">
              <a:buNone/>
              <a:defRPr lang="en-GB" sz="1600" dirty="0"/>
            </a:lvl1pPr>
          </a:lstStyle>
          <a:p>
            <a:pPr marL="180000" lvl="0" indent="-180000" algn="ctr"/>
            <a:r>
              <a:rPr lang="en-GB"/>
              <a:t>Add image here then ‘Send to Back’</a:t>
            </a:r>
          </a:p>
        </p:txBody>
      </p:sp>
    </p:spTree>
    <p:extLst>
      <p:ext uri="{BB962C8B-B14F-4D97-AF65-F5344CB8AC3E}">
        <p14:creationId xmlns:p14="http://schemas.microsoft.com/office/powerpoint/2010/main" val="24115181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 Image L Bottom Right">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43B1CED-89E9-E64D-9C41-8EECFF8DD18F}"/>
              </a:ext>
            </a:extLst>
          </p:cNvPr>
          <p:cNvSpPr>
            <a:spLocks noGrp="1"/>
          </p:cNvSpPr>
          <p:nvPr>
            <p:ph type="pic" sz="quarter" idx="14" hasCustomPrompt="1"/>
          </p:nvPr>
        </p:nvSpPr>
        <p:spPr>
          <a:xfrm>
            <a:off x="360001" y="1610435"/>
            <a:ext cx="11831999" cy="5247564"/>
          </a:xfrm>
          <a:custGeom>
            <a:avLst/>
            <a:gdLst>
              <a:gd name="connsiteX0" fmla="*/ 701179 w 11831999"/>
              <a:gd name="connsiteY0" fmla="*/ 0 h 5247564"/>
              <a:gd name="connsiteX1" fmla="*/ 11260535 w 11831999"/>
              <a:gd name="connsiteY1" fmla="*/ 0 h 5247564"/>
              <a:gd name="connsiteX2" fmla="*/ 11260545 w 11831999"/>
              <a:gd name="connsiteY2" fmla="*/ 1 h 5247564"/>
              <a:gd name="connsiteX3" fmla="*/ 11831999 w 11831999"/>
              <a:gd name="connsiteY3" fmla="*/ 1 h 5247564"/>
              <a:gd name="connsiteX4" fmla="*/ 11831999 w 11831999"/>
              <a:gd name="connsiteY4" fmla="*/ 5247564 h 5247564"/>
              <a:gd name="connsiteX5" fmla="*/ 11472000 w 11831999"/>
              <a:gd name="connsiteY5" fmla="*/ 5247564 h 5247564"/>
              <a:gd name="connsiteX6" fmla="*/ 9091812 w 11831999"/>
              <a:gd name="connsiteY6" fmla="*/ 5247564 h 5247564"/>
              <a:gd name="connsiteX7" fmla="*/ 4785090 w 11831999"/>
              <a:gd name="connsiteY7" fmla="*/ 5247564 h 5247564"/>
              <a:gd name="connsiteX8" fmla="*/ 2039006 w 11831999"/>
              <a:gd name="connsiteY8" fmla="*/ 5247564 h 5247564"/>
              <a:gd name="connsiteX9" fmla="*/ 701180 w 11831999"/>
              <a:gd name="connsiteY9" fmla="*/ 5247564 h 5247564"/>
              <a:gd name="connsiteX10" fmla="*/ 701169 w 11831999"/>
              <a:gd name="connsiteY10" fmla="*/ 5247563 h 5247564"/>
              <a:gd name="connsiteX11" fmla="*/ 0 w 11831999"/>
              <a:gd name="connsiteY11" fmla="*/ 5247563 h 5247564"/>
              <a:gd name="connsiteX12" fmla="*/ 0 w 11831999"/>
              <a:gd name="connsiteY12" fmla="*/ 701168 h 5247564"/>
              <a:gd name="connsiteX13" fmla="*/ 14245 w 11831999"/>
              <a:gd name="connsiteY13" fmla="*/ 559868 h 5247564"/>
              <a:gd name="connsiteX14" fmla="*/ 559868 w 11831999"/>
              <a:gd name="connsiteY14" fmla="*/ 14246 h 524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31999" h="5247564">
                <a:moveTo>
                  <a:pt x="701179" y="0"/>
                </a:moveTo>
                <a:lnTo>
                  <a:pt x="11260535" y="0"/>
                </a:lnTo>
                <a:lnTo>
                  <a:pt x="11260545" y="1"/>
                </a:lnTo>
                <a:lnTo>
                  <a:pt x="11831999" y="1"/>
                </a:lnTo>
                <a:lnTo>
                  <a:pt x="11831999" y="5247564"/>
                </a:lnTo>
                <a:lnTo>
                  <a:pt x="11472000" y="5247564"/>
                </a:lnTo>
                <a:lnTo>
                  <a:pt x="9091812" y="5247564"/>
                </a:lnTo>
                <a:lnTo>
                  <a:pt x="4785090" y="5247564"/>
                </a:lnTo>
                <a:lnTo>
                  <a:pt x="2039006" y="5247564"/>
                </a:lnTo>
                <a:lnTo>
                  <a:pt x="701180" y="5247564"/>
                </a:lnTo>
                <a:lnTo>
                  <a:pt x="701169" y="5247563"/>
                </a:lnTo>
                <a:lnTo>
                  <a:pt x="0" y="5247563"/>
                </a:lnTo>
                <a:lnTo>
                  <a:pt x="0" y="701168"/>
                </a:lnTo>
                <a:lnTo>
                  <a:pt x="14245" y="559868"/>
                </a:lnTo>
                <a:cubicBezTo>
                  <a:pt x="70287" y="285997"/>
                  <a:pt x="285996" y="70288"/>
                  <a:pt x="559868" y="14246"/>
                </a:cubicBezTo>
                <a:close/>
              </a:path>
            </a:pathLst>
          </a:custGeom>
          <a:solidFill>
            <a:srgbClr val="4D7B83"/>
          </a:solidFill>
        </p:spPr>
        <p:txBody>
          <a:bodyPr wrap="square" anchor="ctr">
            <a:noAutofit/>
          </a:bodyPr>
          <a:lstStyle>
            <a:lvl1pPr marL="0" indent="0" algn="ctr">
              <a:buFont typeface="Arial" panose="020B0604020202020204" pitchFamily="34" charset="0"/>
              <a:buNone/>
              <a:defRPr sz="1600"/>
            </a:lvl1pPr>
          </a:lstStyle>
          <a:p>
            <a:r>
              <a:rPr lang="en-GB"/>
              <a:t>Add image here then ‘Send to Back’</a:t>
            </a: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a:xfrm>
            <a:off x="1128561" y="6206580"/>
            <a:ext cx="2575439" cy="360000"/>
          </a:xfrm>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344000" cy="360000"/>
          </a:xfrm>
          <a:prstGeom prst="rect">
            <a:avLst/>
          </a:prstGeom>
        </p:spPr>
        <p:txBody>
          <a:bodyPr/>
          <a:lstStyle>
            <a:lvl1pPr>
              <a:defRPr sz="2000"/>
            </a:lvl1pPr>
          </a:lstStyle>
          <a:p>
            <a:r>
              <a:rPr lang="en-GB"/>
              <a:t>Place headline here</a:t>
            </a:r>
          </a:p>
        </p:txBody>
      </p:sp>
      <p:pic>
        <p:nvPicPr>
          <p:cNvPr id="23" name="Picture 22">
            <a:extLst>
              <a:ext uri="{FF2B5EF4-FFF2-40B4-BE49-F238E27FC236}">
                <a16:creationId xmlns:a16="http://schemas.microsoft.com/office/drawing/2014/main" id="{700A3A95-8F2D-8848-9D70-D3FC9687975C}"/>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1" y="276180"/>
            <a:ext cx="3344000" cy="196170"/>
          </a:xfrm>
        </p:spPr>
        <p:txBody>
          <a:bodyPr vert="horz" lIns="0" tIns="0" rIns="0" bIns="0" rtlCol="0" anchor="t">
            <a:noAutofit/>
          </a:bodyPr>
          <a:lstStyle>
            <a:lvl1pPr marL="0" indent="0">
              <a:buNone/>
              <a:defRPr lang="en-GB" sz="1200" b="0" i="0" dirty="0" smtClean="0">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3" name="Text Placeholder 13">
            <a:extLst>
              <a:ext uri="{FF2B5EF4-FFF2-40B4-BE49-F238E27FC236}">
                <a16:creationId xmlns:a16="http://schemas.microsoft.com/office/drawing/2014/main" id="{2520763B-DECF-414E-96DD-B9C9A3C27002}"/>
              </a:ext>
            </a:extLst>
          </p:cNvPr>
          <p:cNvSpPr>
            <a:spLocks noGrp="1"/>
          </p:cNvSpPr>
          <p:nvPr>
            <p:ph type="body" sz="quarter" idx="15" hasCustomPrompt="1"/>
          </p:nvPr>
        </p:nvSpPr>
        <p:spPr>
          <a:xfrm>
            <a:off x="360000" y="945369"/>
            <a:ext cx="5736000" cy="441510"/>
          </a:xfrm>
        </p:spPr>
        <p:txBody>
          <a:bodyPr anchor="t"/>
          <a:lstStyle>
            <a:lvl1pPr marL="0" indent="0">
              <a:spcBef>
                <a:spcPts val="0"/>
              </a:spcBef>
              <a:spcAft>
                <a:spcPts val="600"/>
              </a:spcAft>
              <a:buNone/>
              <a:defRPr sz="1600" b="0"/>
            </a:lvl1pPr>
            <a:lvl2pPr marL="0" indent="0">
              <a:spcBef>
                <a:spcPts val="0"/>
              </a:spcBef>
              <a:spcAft>
                <a:spcPts val="600"/>
              </a:spcAft>
              <a:buNone/>
              <a:defRPr sz="1600"/>
            </a:lvl2pPr>
            <a:lvl3pPr marL="180000" indent="-180000">
              <a:spcBef>
                <a:spcPts val="0"/>
              </a:spcBef>
              <a:spcAft>
                <a:spcPts val="600"/>
              </a:spcAft>
              <a:buClrTx/>
              <a:defRPr sz="1600"/>
            </a:lvl3pPr>
            <a:lvl4pPr marL="360000" indent="-180000">
              <a:spcBef>
                <a:spcPts val="0"/>
              </a:spcBef>
              <a:spcAft>
                <a:spcPts val="600"/>
              </a:spcAft>
              <a:buClrTx/>
              <a:defRPr sz="1600"/>
            </a:lvl4pPr>
          </a:lstStyle>
          <a:p>
            <a:pPr lvl="0"/>
            <a:r>
              <a:rPr lang="en-GB"/>
              <a:t>Place details here</a:t>
            </a:r>
          </a:p>
        </p:txBody>
      </p:sp>
    </p:spTree>
    <p:extLst>
      <p:ext uri="{BB962C8B-B14F-4D97-AF65-F5344CB8AC3E}">
        <p14:creationId xmlns:p14="http://schemas.microsoft.com/office/powerpoint/2010/main" val="136344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 Gradient x3 Watermelon">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5253DD-694C-C64D-916C-9C8A23E5282A}"/>
              </a:ext>
            </a:extLst>
          </p:cNvPr>
          <p:cNvSpPr/>
          <p:nvPr userDrawn="1"/>
        </p:nvSpPr>
        <p:spPr>
          <a:xfrm>
            <a:off x="0" y="0"/>
            <a:ext cx="406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1" name="Rectangle 10">
            <a:extLst>
              <a:ext uri="{FF2B5EF4-FFF2-40B4-BE49-F238E27FC236}">
                <a16:creationId xmlns:a16="http://schemas.microsoft.com/office/drawing/2014/main" id="{32CAF6D7-8693-F240-82C2-FF57744A8C7C}"/>
              </a:ext>
            </a:extLst>
          </p:cNvPr>
          <p:cNvSpPr/>
          <p:nvPr userDrawn="1"/>
        </p:nvSpPr>
        <p:spPr>
          <a:xfrm>
            <a:off x="4064000" y="0"/>
            <a:ext cx="4064000" cy="6858000"/>
          </a:xfrm>
          <a:prstGeom prst="rect">
            <a:avLst/>
          </a:prstGeom>
          <a:solidFill>
            <a:srgbClr val="F64D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2" name="Rectangle 11">
            <a:extLst>
              <a:ext uri="{FF2B5EF4-FFF2-40B4-BE49-F238E27FC236}">
                <a16:creationId xmlns:a16="http://schemas.microsoft.com/office/drawing/2014/main" id="{B81D04CC-B090-DF46-8FF0-0CCE789B63A5}"/>
              </a:ext>
            </a:extLst>
          </p:cNvPr>
          <p:cNvSpPr/>
          <p:nvPr userDrawn="1"/>
        </p:nvSpPr>
        <p:spPr>
          <a:xfrm>
            <a:off x="8128000" y="0"/>
            <a:ext cx="4064000" cy="6858000"/>
          </a:xfrm>
          <a:prstGeom prst="rect">
            <a:avLst/>
          </a:prstGeom>
          <a:solidFill>
            <a:srgbClr val="F76D8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4" name="Date Placeholder 3">
            <a:extLst>
              <a:ext uri="{FF2B5EF4-FFF2-40B4-BE49-F238E27FC236}">
                <a16:creationId xmlns:a16="http://schemas.microsoft.com/office/drawing/2014/main" id="{DD0303CE-4B1C-AB46-A0DF-9864142CEB1F}"/>
              </a:ext>
            </a:extLst>
          </p:cNvPr>
          <p:cNvSpPr>
            <a:spLocks noGrp="1"/>
          </p:cNvSpPr>
          <p:nvPr userDrawn="1">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userDrawn="1">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userDrawn="1">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userDrawn="1">
            <p:ph type="title" hasCustomPrompt="1"/>
          </p:nvPr>
        </p:nvSpPr>
        <p:spPr>
          <a:xfrm>
            <a:off x="360000" y="494928"/>
            <a:ext cx="11472000" cy="360000"/>
          </a:xfrm>
          <a:prstGeom prst="rect">
            <a:avLst/>
          </a:prstGeom>
        </p:spPr>
        <p:txBody>
          <a:bodyPr/>
          <a:lstStyle>
            <a:lvl1pPr>
              <a:defRPr sz="2000">
                <a:solidFill>
                  <a:schemeClr val="tx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userDrawn="1">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tx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0" name="Picture 9">
            <a:extLst>
              <a:ext uri="{FF2B5EF4-FFF2-40B4-BE49-F238E27FC236}">
                <a16:creationId xmlns:a16="http://schemas.microsoft.com/office/drawing/2014/main" id="{685417E2-372A-B84A-AC47-039BF96A5167}"/>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20" name="Text Placeholder 6">
            <a:extLst>
              <a:ext uri="{FF2B5EF4-FFF2-40B4-BE49-F238E27FC236}">
                <a16:creationId xmlns:a16="http://schemas.microsoft.com/office/drawing/2014/main" id="{BFBAA14A-8F45-674A-86A5-5FE4BF8A2D44}"/>
              </a:ext>
            </a:extLst>
          </p:cNvPr>
          <p:cNvSpPr>
            <a:spLocks noGrp="1"/>
          </p:cNvSpPr>
          <p:nvPr>
            <p:ph type="body" sz="quarter" idx="14" hasCustomPrompt="1"/>
          </p:nvPr>
        </p:nvSpPr>
        <p:spPr>
          <a:xfrm>
            <a:off x="360000" y="2009775"/>
            <a:ext cx="3344002" cy="2990850"/>
          </a:xfrm>
        </p:spPr>
        <p:txBody>
          <a:bodyPr/>
          <a:lstStyle>
            <a:lvl1pPr marL="0" indent="0">
              <a:buNone/>
              <a:defRPr sz="2400" b="1"/>
            </a:lvl1pPr>
            <a:lvl2pPr marL="0" indent="0">
              <a:spcBef>
                <a:spcPts val="0"/>
              </a:spcBef>
              <a:buNone/>
              <a:defRPr/>
            </a:lvl2pPr>
            <a:lvl3pPr marL="180000">
              <a:spcBef>
                <a:spcPts val="0"/>
              </a:spcBef>
              <a:buClrTx/>
              <a:defRPr/>
            </a:lvl3pPr>
            <a:lvl4pPr marL="540000" indent="0">
              <a:buNone/>
              <a:defRPr/>
            </a:lvl4pPr>
          </a:lstStyle>
          <a:p>
            <a:pPr lvl="0"/>
            <a:r>
              <a:rPr lang="en-GB"/>
              <a:t>Headline</a:t>
            </a:r>
          </a:p>
          <a:p>
            <a:pPr lvl="1"/>
            <a:r>
              <a:rPr lang="en-GB"/>
              <a:t>Details</a:t>
            </a:r>
          </a:p>
          <a:p>
            <a:pPr lvl="2"/>
            <a:r>
              <a:rPr lang="en-GB"/>
              <a:t>Bullet point</a:t>
            </a:r>
          </a:p>
        </p:txBody>
      </p:sp>
      <p:sp>
        <p:nvSpPr>
          <p:cNvPr id="23" name="Text Placeholder 6">
            <a:extLst>
              <a:ext uri="{FF2B5EF4-FFF2-40B4-BE49-F238E27FC236}">
                <a16:creationId xmlns:a16="http://schemas.microsoft.com/office/drawing/2014/main" id="{C7C25E67-BE76-3946-9AD3-1ACA3F970776}"/>
              </a:ext>
            </a:extLst>
          </p:cNvPr>
          <p:cNvSpPr>
            <a:spLocks noGrp="1"/>
          </p:cNvSpPr>
          <p:nvPr>
            <p:ph type="body" sz="quarter" idx="15" hasCustomPrompt="1"/>
          </p:nvPr>
        </p:nvSpPr>
        <p:spPr>
          <a:xfrm>
            <a:off x="4423998" y="2009775"/>
            <a:ext cx="3344002" cy="2990850"/>
          </a:xfrm>
        </p:spPr>
        <p:txBody>
          <a:bodyPr/>
          <a:lstStyle>
            <a:lvl1pPr marL="0" indent="0">
              <a:buNone/>
              <a:defRPr sz="2400" b="1"/>
            </a:lvl1pPr>
            <a:lvl2pPr marL="0" indent="0">
              <a:spcBef>
                <a:spcPts val="0"/>
              </a:spcBef>
              <a:buNone/>
              <a:defRPr/>
            </a:lvl2pPr>
            <a:lvl3pPr marL="180000" indent="-180000">
              <a:spcBef>
                <a:spcPts val="0"/>
              </a:spcBef>
              <a:defRPr lang="en-GB" sz="1800" b="0" i="0" kern="1200" dirty="0">
                <a:solidFill>
                  <a:schemeClr val="tx2"/>
                </a:solidFill>
                <a:latin typeface="Raleway" pitchFamily="2" charset="77"/>
                <a:ea typeface="+mn-ea"/>
                <a:cs typeface="+mn-cs"/>
              </a:defRPr>
            </a:lvl3pPr>
            <a:lvl4pPr marL="540000" indent="0">
              <a:buNone/>
              <a:defRPr/>
            </a:lvl4pPr>
          </a:lstStyle>
          <a:p>
            <a:pPr lvl="0"/>
            <a:r>
              <a:rPr lang="en-GB"/>
              <a:t>Headline</a:t>
            </a:r>
          </a:p>
          <a:p>
            <a:pPr lvl="1"/>
            <a:r>
              <a:rPr lang="en-GB"/>
              <a:t>Details</a:t>
            </a:r>
          </a:p>
          <a:p>
            <a:pPr marL="180000" lvl="2" indent="-180000" algn="l" defTabSz="914400" rtl="0" eaLnBrk="1" latinLnBrk="0" hangingPunct="1">
              <a:lnSpc>
                <a:spcPct val="90000"/>
              </a:lnSpc>
              <a:spcBef>
                <a:spcPts val="0"/>
              </a:spcBef>
              <a:spcAft>
                <a:spcPts val="600"/>
              </a:spcAft>
              <a:buClrTx/>
              <a:buFont typeface="System Font"/>
              <a:buChar char="–"/>
            </a:pPr>
            <a:r>
              <a:rPr lang="en-GB"/>
              <a:t>Bullet point</a:t>
            </a:r>
          </a:p>
        </p:txBody>
      </p:sp>
      <p:sp>
        <p:nvSpPr>
          <p:cNvPr id="25" name="Text Placeholder 6">
            <a:extLst>
              <a:ext uri="{FF2B5EF4-FFF2-40B4-BE49-F238E27FC236}">
                <a16:creationId xmlns:a16="http://schemas.microsoft.com/office/drawing/2014/main" id="{4F9C416C-5EBE-CA44-A228-3BF6BE00D97C}"/>
              </a:ext>
            </a:extLst>
          </p:cNvPr>
          <p:cNvSpPr>
            <a:spLocks noGrp="1"/>
          </p:cNvSpPr>
          <p:nvPr>
            <p:ph type="body" sz="quarter" idx="16" hasCustomPrompt="1"/>
          </p:nvPr>
        </p:nvSpPr>
        <p:spPr>
          <a:xfrm>
            <a:off x="8487999" y="2009775"/>
            <a:ext cx="3344002" cy="2990850"/>
          </a:xfrm>
        </p:spPr>
        <p:txBody>
          <a:bodyPr/>
          <a:lstStyle>
            <a:lvl1pPr marL="0" indent="0">
              <a:buNone/>
              <a:defRPr sz="2400" b="1"/>
            </a:lvl1pPr>
            <a:lvl2pPr marL="0" indent="0">
              <a:spcBef>
                <a:spcPts val="0"/>
              </a:spcBef>
              <a:buNone/>
              <a:defRPr/>
            </a:lvl2pPr>
            <a:lvl3pPr marL="180000" indent="-180000">
              <a:spcBef>
                <a:spcPts val="0"/>
              </a:spcBef>
              <a:defRPr lang="en-GB" sz="1800" b="0" i="0" kern="1200" dirty="0">
                <a:solidFill>
                  <a:schemeClr val="tx2"/>
                </a:solidFill>
                <a:latin typeface="Raleway" pitchFamily="2" charset="77"/>
                <a:ea typeface="+mn-ea"/>
                <a:cs typeface="+mn-cs"/>
              </a:defRPr>
            </a:lvl3pPr>
            <a:lvl4pPr marL="540000" indent="0">
              <a:buNone/>
              <a:defRPr/>
            </a:lvl4pPr>
          </a:lstStyle>
          <a:p>
            <a:pPr lvl="0"/>
            <a:r>
              <a:rPr lang="en-GB"/>
              <a:t>Headline</a:t>
            </a:r>
          </a:p>
          <a:p>
            <a:pPr lvl="1"/>
            <a:r>
              <a:rPr lang="en-GB"/>
              <a:t>Details</a:t>
            </a:r>
          </a:p>
          <a:p>
            <a:pPr marL="180000" lvl="2" indent="-180000" algn="l" defTabSz="914400" rtl="0" eaLnBrk="1" latinLnBrk="0" hangingPunct="1">
              <a:lnSpc>
                <a:spcPct val="90000"/>
              </a:lnSpc>
              <a:spcBef>
                <a:spcPts val="0"/>
              </a:spcBef>
              <a:spcAft>
                <a:spcPts val="600"/>
              </a:spcAft>
              <a:buClrTx/>
              <a:buFont typeface="System Font"/>
              <a:buChar char="–"/>
            </a:pPr>
            <a:r>
              <a:rPr lang="en-GB"/>
              <a:t>Bullet point</a:t>
            </a:r>
          </a:p>
        </p:txBody>
      </p:sp>
    </p:spTree>
    <p:extLst>
      <p:ext uri="{BB962C8B-B14F-4D97-AF65-F5344CB8AC3E}">
        <p14:creationId xmlns:p14="http://schemas.microsoft.com/office/powerpoint/2010/main" val="33901847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 Gradient x5 Watermelon">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5253DD-694C-C64D-916C-9C8A23E5282A}"/>
              </a:ext>
            </a:extLst>
          </p:cNvPr>
          <p:cNvSpPr/>
          <p:nvPr userDrawn="1"/>
        </p:nvSpPr>
        <p:spPr>
          <a:xfrm>
            <a:off x="0" y="0"/>
            <a:ext cx="2439621" cy="6858000"/>
          </a:xfrm>
          <a:prstGeom prst="rect">
            <a:avLst/>
          </a:prstGeom>
          <a:solidFill>
            <a:srgbClr val="F64D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0" name="Rectangle 19">
            <a:extLst>
              <a:ext uri="{FF2B5EF4-FFF2-40B4-BE49-F238E27FC236}">
                <a16:creationId xmlns:a16="http://schemas.microsoft.com/office/drawing/2014/main" id="{C41CE275-F96C-0B41-873A-ECEF605066B3}"/>
              </a:ext>
            </a:extLst>
          </p:cNvPr>
          <p:cNvSpPr/>
          <p:nvPr userDrawn="1"/>
        </p:nvSpPr>
        <p:spPr>
          <a:xfrm>
            <a:off x="2438094" y="0"/>
            <a:ext cx="2439621" cy="6858000"/>
          </a:xfrm>
          <a:prstGeom prst="rect">
            <a:avLst/>
          </a:prstGeom>
          <a:solidFill>
            <a:srgbClr val="F76D8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3" name="Rectangle 22">
            <a:extLst>
              <a:ext uri="{FF2B5EF4-FFF2-40B4-BE49-F238E27FC236}">
                <a16:creationId xmlns:a16="http://schemas.microsoft.com/office/drawing/2014/main" id="{037F5018-6B7A-3A42-AD05-2A63F0D0CA5C}"/>
              </a:ext>
            </a:extLst>
          </p:cNvPr>
          <p:cNvSpPr/>
          <p:nvPr userDrawn="1"/>
        </p:nvSpPr>
        <p:spPr>
          <a:xfrm>
            <a:off x="4876188" y="0"/>
            <a:ext cx="2439621" cy="6858000"/>
          </a:xfrm>
          <a:prstGeom prst="rect">
            <a:avLst/>
          </a:prstGeom>
          <a:solidFill>
            <a:srgbClr val="F88C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5" name="Rectangle 24">
            <a:extLst>
              <a:ext uri="{FF2B5EF4-FFF2-40B4-BE49-F238E27FC236}">
                <a16:creationId xmlns:a16="http://schemas.microsoft.com/office/drawing/2014/main" id="{32AFA45C-BDAE-7B45-B4C1-372C9AA5AB87}"/>
              </a:ext>
            </a:extLst>
          </p:cNvPr>
          <p:cNvSpPr/>
          <p:nvPr userDrawn="1"/>
        </p:nvSpPr>
        <p:spPr>
          <a:xfrm>
            <a:off x="7314283" y="0"/>
            <a:ext cx="2439621" cy="6858000"/>
          </a:xfrm>
          <a:prstGeom prst="rect">
            <a:avLst/>
          </a:prstGeom>
          <a:solidFill>
            <a:srgbClr val="F9AB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b="0" i="0">
              <a:latin typeface="Raleway" pitchFamily="2" charset="77"/>
            </a:endParaRPr>
          </a:p>
        </p:txBody>
      </p:sp>
      <p:sp>
        <p:nvSpPr>
          <p:cNvPr id="26" name="Rectangle 25">
            <a:extLst>
              <a:ext uri="{FF2B5EF4-FFF2-40B4-BE49-F238E27FC236}">
                <a16:creationId xmlns:a16="http://schemas.microsoft.com/office/drawing/2014/main" id="{CD86B064-DFBF-5642-B03D-C4DCA5F26A26}"/>
              </a:ext>
            </a:extLst>
          </p:cNvPr>
          <p:cNvSpPr/>
          <p:nvPr userDrawn="1"/>
        </p:nvSpPr>
        <p:spPr>
          <a:xfrm>
            <a:off x="9752379" y="0"/>
            <a:ext cx="2439621" cy="6858000"/>
          </a:xfrm>
          <a:prstGeom prst="rect">
            <a:avLst/>
          </a:prstGeom>
          <a:solidFill>
            <a:srgbClr val="FBCB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4" name="Date Placeholder 3">
            <a:extLst>
              <a:ext uri="{FF2B5EF4-FFF2-40B4-BE49-F238E27FC236}">
                <a16:creationId xmlns:a16="http://schemas.microsoft.com/office/drawing/2014/main" id="{DD0303CE-4B1C-AB46-A0DF-9864142CEB1F}"/>
              </a:ext>
            </a:extLst>
          </p:cNvPr>
          <p:cNvSpPr>
            <a:spLocks noGrp="1"/>
          </p:cNvSpPr>
          <p:nvPr userDrawn="1">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userDrawn="1">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userDrawn="1">
            <p:ph type="sldNum" sz="quarter" idx="12"/>
          </p:nvPr>
        </p:nvSpPr>
        <p:spPr/>
        <p:txBody>
          <a:bodyPr/>
          <a:lstStyle>
            <a:lvl1pPr>
              <a:defRPr>
                <a:solidFill>
                  <a:schemeClr val="accent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userDrawn="1">
            <p:ph type="title" hasCustomPrompt="1"/>
          </p:nvPr>
        </p:nvSpPr>
        <p:spPr>
          <a:xfrm>
            <a:off x="360000" y="494928"/>
            <a:ext cx="11472000" cy="360000"/>
          </a:xfrm>
          <a:prstGeom prst="rect">
            <a:avLst/>
          </a:prstGeom>
        </p:spPr>
        <p:txBody>
          <a:bodyPr/>
          <a:lstStyle>
            <a:lvl1pPr>
              <a:defRPr sz="2000">
                <a:solidFill>
                  <a:schemeClr val="tx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userDrawn="1">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tx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6" name="Text Placeholder 13">
            <a:extLst>
              <a:ext uri="{FF2B5EF4-FFF2-40B4-BE49-F238E27FC236}">
                <a16:creationId xmlns:a16="http://schemas.microsoft.com/office/drawing/2014/main" id="{98ED0938-55D4-624B-81CA-4B9E1F194115}"/>
              </a:ext>
            </a:extLst>
          </p:cNvPr>
          <p:cNvSpPr>
            <a:spLocks noGrp="1"/>
          </p:cNvSpPr>
          <p:nvPr userDrawn="1">
            <p:ph type="body" sz="quarter" idx="16" hasCustomPrompt="1"/>
          </p:nvPr>
        </p:nvSpPr>
        <p:spPr>
          <a:xfrm>
            <a:off x="360000" y="2338213"/>
            <a:ext cx="1718094" cy="701039"/>
          </a:xfrm>
        </p:spPr>
        <p:txBody>
          <a:bodyPr anchor="t"/>
          <a:lstStyle>
            <a:lvl1pPr marL="0" indent="0">
              <a:spcBef>
                <a:spcPts val="0"/>
              </a:spcBef>
              <a:spcAft>
                <a:spcPts val="1800"/>
              </a:spcAft>
              <a:buNone/>
              <a:defRPr sz="2400" b="1"/>
            </a:lvl1pPr>
            <a:lvl2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pic>
        <p:nvPicPr>
          <p:cNvPr id="27" name="Picture 26">
            <a:extLst>
              <a:ext uri="{FF2B5EF4-FFF2-40B4-BE49-F238E27FC236}">
                <a16:creationId xmlns:a16="http://schemas.microsoft.com/office/drawing/2014/main" id="{097A4D52-C8D0-DC49-B4DC-472C2F94926D}"/>
              </a:ext>
            </a:extLst>
          </p:cNvPr>
          <p:cNvPicPr>
            <a:picLocks noChangeAspect="1"/>
          </p:cNvPicPr>
          <p:nvPr userDrawn="1"/>
        </p:nvPicPr>
        <p:blipFill>
          <a:blip r:embed="rId2"/>
          <a:stretch>
            <a:fillRect/>
          </a:stretch>
        </p:blipFill>
        <p:spPr>
          <a:xfrm>
            <a:off x="11010148" y="337141"/>
            <a:ext cx="849600" cy="191639"/>
          </a:xfrm>
          <a:prstGeom prst="rect">
            <a:avLst/>
          </a:prstGeom>
        </p:spPr>
      </p:pic>
      <p:sp>
        <p:nvSpPr>
          <p:cNvPr id="29" name="Text Placeholder 13">
            <a:extLst>
              <a:ext uri="{FF2B5EF4-FFF2-40B4-BE49-F238E27FC236}">
                <a16:creationId xmlns:a16="http://schemas.microsoft.com/office/drawing/2014/main" id="{4A94B510-66D6-AB41-8010-8E53F60F61D2}"/>
              </a:ext>
            </a:extLst>
          </p:cNvPr>
          <p:cNvSpPr>
            <a:spLocks noGrp="1"/>
          </p:cNvSpPr>
          <p:nvPr userDrawn="1">
            <p:ph type="body" sz="quarter" idx="18" hasCustomPrompt="1"/>
          </p:nvPr>
        </p:nvSpPr>
        <p:spPr>
          <a:xfrm>
            <a:off x="2798857" y="2338213"/>
            <a:ext cx="1718094" cy="701039"/>
          </a:xfrm>
        </p:spPr>
        <p:txBody>
          <a:bodyPr anchor="t"/>
          <a:lstStyle>
            <a:lvl1pPr marL="0" indent="0">
              <a:spcBef>
                <a:spcPts val="0"/>
              </a:spcBef>
              <a:spcAft>
                <a:spcPts val="1800"/>
              </a:spcAft>
              <a:buNone/>
              <a:defRPr sz="2400" b="1"/>
            </a:lvl1pPr>
            <a:lvl2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31" name="Text Placeholder 13">
            <a:extLst>
              <a:ext uri="{FF2B5EF4-FFF2-40B4-BE49-F238E27FC236}">
                <a16:creationId xmlns:a16="http://schemas.microsoft.com/office/drawing/2014/main" id="{64331A5E-CB6C-D940-A6F0-6CB884189751}"/>
              </a:ext>
            </a:extLst>
          </p:cNvPr>
          <p:cNvSpPr>
            <a:spLocks noGrp="1"/>
          </p:cNvSpPr>
          <p:nvPr>
            <p:ph type="body" sz="quarter" idx="20" hasCustomPrompt="1"/>
          </p:nvPr>
        </p:nvSpPr>
        <p:spPr>
          <a:xfrm>
            <a:off x="5236951" y="2338213"/>
            <a:ext cx="1718094" cy="701039"/>
          </a:xfrm>
        </p:spPr>
        <p:txBody>
          <a:bodyPr anchor="t"/>
          <a:lstStyle>
            <a:lvl1pPr marL="0" indent="0">
              <a:spcBef>
                <a:spcPts val="0"/>
              </a:spcBef>
              <a:spcAft>
                <a:spcPts val="1800"/>
              </a:spcAft>
              <a:buNone/>
              <a:defRPr sz="2000" b="1"/>
            </a:lvl1pPr>
            <a:lvl2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33" name="Text Placeholder 13">
            <a:extLst>
              <a:ext uri="{FF2B5EF4-FFF2-40B4-BE49-F238E27FC236}">
                <a16:creationId xmlns:a16="http://schemas.microsoft.com/office/drawing/2014/main" id="{7F3516DA-ACB3-574C-872B-5F4B2B68B45A}"/>
              </a:ext>
            </a:extLst>
          </p:cNvPr>
          <p:cNvSpPr>
            <a:spLocks noGrp="1"/>
          </p:cNvSpPr>
          <p:nvPr>
            <p:ph type="body" sz="quarter" idx="22" hasCustomPrompt="1"/>
          </p:nvPr>
        </p:nvSpPr>
        <p:spPr>
          <a:xfrm>
            <a:off x="7675046" y="2338213"/>
            <a:ext cx="1718094" cy="701039"/>
          </a:xfrm>
        </p:spPr>
        <p:txBody>
          <a:bodyPr anchor="t"/>
          <a:lstStyle>
            <a:lvl1pPr marL="0" indent="0">
              <a:spcBef>
                <a:spcPts val="0"/>
              </a:spcBef>
              <a:spcAft>
                <a:spcPts val="1800"/>
              </a:spcAft>
              <a:buNone/>
              <a:defRPr sz="2000" b="1"/>
            </a:lvl1pPr>
            <a:lvl2pPr marL="0" indent="0" algn="l" defTabSz="914400" rtl="0" eaLnBrk="1" latinLnBrk="0" hangingPunct="1">
              <a:lnSpc>
                <a:spcPct val="90000"/>
              </a:lnSpc>
              <a:spcBef>
                <a:spcPct val="0"/>
              </a:spcBef>
              <a:spcAft>
                <a:spcPts val="1800"/>
              </a:spcAft>
              <a:buNone/>
              <a:defRPr lang="en-GB" sz="2000" b="1" kern="1200" dirty="0" smtClean="0">
                <a:solidFill>
                  <a:schemeClr val="accent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35" name="Text Placeholder 13">
            <a:extLst>
              <a:ext uri="{FF2B5EF4-FFF2-40B4-BE49-F238E27FC236}">
                <a16:creationId xmlns:a16="http://schemas.microsoft.com/office/drawing/2014/main" id="{3787905A-856F-7049-8DBC-DBF7992165AF}"/>
              </a:ext>
            </a:extLst>
          </p:cNvPr>
          <p:cNvSpPr>
            <a:spLocks noGrp="1"/>
          </p:cNvSpPr>
          <p:nvPr>
            <p:ph type="body" sz="quarter" idx="24" hasCustomPrompt="1"/>
          </p:nvPr>
        </p:nvSpPr>
        <p:spPr>
          <a:xfrm>
            <a:off x="10113142" y="2338213"/>
            <a:ext cx="1718094" cy="701039"/>
          </a:xfrm>
        </p:spPr>
        <p:txBody>
          <a:bodyPr anchor="t"/>
          <a:lstStyle>
            <a:lvl1pPr marL="0" indent="0">
              <a:spcBef>
                <a:spcPts val="0"/>
              </a:spcBef>
              <a:spcAft>
                <a:spcPts val="1800"/>
              </a:spcAft>
              <a:buNone/>
              <a:defRPr sz="2400" b="1"/>
            </a:lvl1pPr>
            <a:lvl2pPr marL="0" indent="0" algn="l" defTabSz="914400" rtl="0" eaLnBrk="1" latinLnBrk="0" hangingPunct="1">
              <a:lnSpc>
                <a:spcPct val="90000"/>
              </a:lnSpc>
              <a:spcBef>
                <a:spcPct val="0"/>
              </a:spcBef>
              <a:spcAft>
                <a:spcPts val="1800"/>
              </a:spcAft>
              <a:buNone/>
              <a:defRPr lang="en-GB" sz="2000" b="1" kern="1200" dirty="0" smtClean="0">
                <a:solidFill>
                  <a:schemeClr val="accent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8" name="Text Placeholder 7">
            <a:extLst>
              <a:ext uri="{FF2B5EF4-FFF2-40B4-BE49-F238E27FC236}">
                <a16:creationId xmlns:a16="http://schemas.microsoft.com/office/drawing/2014/main" id="{5DE8251E-5212-C04F-B29E-1DDA71A4196C}"/>
              </a:ext>
            </a:extLst>
          </p:cNvPr>
          <p:cNvSpPr>
            <a:spLocks noGrp="1"/>
          </p:cNvSpPr>
          <p:nvPr>
            <p:ph type="body" sz="quarter" idx="25" hasCustomPrompt="1"/>
          </p:nvPr>
        </p:nvSpPr>
        <p:spPr>
          <a:xfrm>
            <a:off x="359998" y="3150306"/>
            <a:ext cx="1718094" cy="2008188"/>
          </a:xfrm>
        </p:spPr>
        <p:txBody>
          <a:bodyPr/>
          <a:lstStyle>
            <a:lvl1pPr marL="0" indent="0">
              <a:spcBef>
                <a:spcPts val="0"/>
              </a:spcBef>
              <a:spcAft>
                <a:spcPts val="600"/>
              </a:spcAft>
              <a:buNone/>
              <a:defRPr sz="1600"/>
            </a:lvl1pPr>
            <a:lvl2pPr>
              <a:spcBef>
                <a:spcPts val="0"/>
              </a:spcBef>
              <a:spcAft>
                <a:spcPts val="600"/>
              </a:spcAft>
              <a:defRPr sz="1600"/>
            </a:lvl2pPr>
            <a:lvl3pPr>
              <a:defRPr sz="1600"/>
            </a:lvl3pPr>
            <a:lvl4pPr>
              <a:defRPr sz="1600"/>
            </a:lvl4pPr>
            <a:lvl5pPr>
              <a:defRPr sz="1600"/>
            </a:lvl5pPr>
          </a:lstStyle>
          <a:p>
            <a:pPr lvl="0"/>
            <a:r>
              <a:rPr lang="en-GB"/>
              <a:t>Place details here</a:t>
            </a:r>
          </a:p>
          <a:p>
            <a:pPr lvl="1"/>
            <a:r>
              <a:rPr lang="en-GB"/>
              <a:t>Second level</a:t>
            </a:r>
          </a:p>
        </p:txBody>
      </p:sp>
      <p:sp>
        <p:nvSpPr>
          <p:cNvPr id="36" name="Text Placeholder 7">
            <a:extLst>
              <a:ext uri="{FF2B5EF4-FFF2-40B4-BE49-F238E27FC236}">
                <a16:creationId xmlns:a16="http://schemas.microsoft.com/office/drawing/2014/main" id="{76B43A1E-30BE-8946-8DBB-131D81DCFF84}"/>
              </a:ext>
            </a:extLst>
          </p:cNvPr>
          <p:cNvSpPr>
            <a:spLocks noGrp="1"/>
          </p:cNvSpPr>
          <p:nvPr>
            <p:ph type="body" sz="quarter" idx="26" hasCustomPrompt="1"/>
          </p:nvPr>
        </p:nvSpPr>
        <p:spPr>
          <a:xfrm>
            <a:off x="2798284" y="3150306"/>
            <a:ext cx="1718094" cy="2008188"/>
          </a:xfrm>
        </p:spPr>
        <p:txBody>
          <a:bodyPr/>
          <a:lstStyle>
            <a:lvl1pPr marL="0" indent="0">
              <a:spcBef>
                <a:spcPts val="0"/>
              </a:spcBef>
              <a:spcAft>
                <a:spcPts val="600"/>
              </a:spcAft>
              <a:buNone/>
              <a:defRPr sz="1600"/>
            </a:lvl1pPr>
            <a:lvl2pPr>
              <a:spcBef>
                <a:spcPts val="0"/>
              </a:spcBef>
              <a:spcAft>
                <a:spcPts val="600"/>
              </a:spcAft>
              <a:defRPr sz="1600"/>
            </a:lvl2pPr>
            <a:lvl3pPr>
              <a:defRPr sz="1600"/>
            </a:lvl3pPr>
            <a:lvl4pPr>
              <a:defRPr sz="1600"/>
            </a:lvl4pPr>
            <a:lvl5pPr>
              <a:defRPr sz="1600"/>
            </a:lvl5pPr>
          </a:lstStyle>
          <a:p>
            <a:pPr lvl="0"/>
            <a:r>
              <a:rPr lang="en-GB"/>
              <a:t>Place details here</a:t>
            </a:r>
          </a:p>
          <a:p>
            <a:pPr lvl="1"/>
            <a:r>
              <a:rPr lang="en-GB"/>
              <a:t>Second level</a:t>
            </a:r>
          </a:p>
        </p:txBody>
      </p:sp>
      <p:sp>
        <p:nvSpPr>
          <p:cNvPr id="37" name="Text Placeholder 7">
            <a:extLst>
              <a:ext uri="{FF2B5EF4-FFF2-40B4-BE49-F238E27FC236}">
                <a16:creationId xmlns:a16="http://schemas.microsoft.com/office/drawing/2014/main" id="{338DAFAD-98E3-3446-B414-5037B04E66B9}"/>
              </a:ext>
            </a:extLst>
          </p:cNvPr>
          <p:cNvSpPr>
            <a:spLocks noGrp="1"/>
          </p:cNvSpPr>
          <p:nvPr>
            <p:ph type="body" sz="quarter" idx="27" hasCustomPrompt="1"/>
          </p:nvPr>
        </p:nvSpPr>
        <p:spPr>
          <a:xfrm>
            <a:off x="5236570" y="3150306"/>
            <a:ext cx="1718094" cy="2008188"/>
          </a:xfrm>
        </p:spPr>
        <p:txBody>
          <a:bodyPr/>
          <a:lstStyle>
            <a:lvl1pPr marL="0" indent="0">
              <a:spcBef>
                <a:spcPts val="0"/>
              </a:spcBef>
              <a:spcAft>
                <a:spcPts val="600"/>
              </a:spcAft>
              <a:buNone/>
              <a:defRPr sz="1600"/>
            </a:lvl1pPr>
            <a:lvl2pPr>
              <a:spcBef>
                <a:spcPts val="0"/>
              </a:spcBef>
              <a:spcAft>
                <a:spcPts val="600"/>
              </a:spcAft>
              <a:defRPr sz="1600"/>
            </a:lvl2pPr>
            <a:lvl3pPr>
              <a:defRPr sz="1600"/>
            </a:lvl3pPr>
            <a:lvl4pPr>
              <a:defRPr sz="1600"/>
            </a:lvl4pPr>
            <a:lvl5pPr>
              <a:defRPr sz="1600"/>
            </a:lvl5pPr>
          </a:lstStyle>
          <a:p>
            <a:pPr lvl="0"/>
            <a:r>
              <a:rPr lang="en-GB"/>
              <a:t>Place details here</a:t>
            </a:r>
          </a:p>
          <a:p>
            <a:pPr lvl="1"/>
            <a:r>
              <a:rPr lang="en-GB"/>
              <a:t>Second level</a:t>
            </a:r>
          </a:p>
        </p:txBody>
      </p:sp>
      <p:sp>
        <p:nvSpPr>
          <p:cNvPr id="38" name="Text Placeholder 7">
            <a:extLst>
              <a:ext uri="{FF2B5EF4-FFF2-40B4-BE49-F238E27FC236}">
                <a16:creationId xmlns:a16="http://schemas.microsoft.com/office/drawing/2014/main" id="{B272099A-F60C-FA45-B6E1-EA8C399A0E37}"/>
              </a:ext>
            </a:extLst>
          </p:cNvPr>
          <p:cNvSpPr>
            <a:spLocks noGrp="1"/>
          </p:cNvSpPr>
          <p:nvPr>
            <p:ph type="body" sz="quarter" idx="28" hasCustomPrompt="1"/>
          </p:nvPr>
        </p:nvSpPr>
        <p:spPr>
          <a:xfrm>
            <a:off x="7674856" y="3150306"/>
            <a:ext cx="1718094" cy="2008188"/>
          </a:xfrm>
        </p:spPr>
        <p:txBody>
          <a:bodyPr/>
          <a:lstStyle>
            <a:lvl1pPr marL="0" indent="0">
              <a:spcBef>
                <a:spcPts val="0"/>
              </a:spcBef>
              <a:spcAft>
                <a:spcPts val="600"/>
              </a:spcAft>
              <a:buNone/>
              <a:defRPr sz="1600"/>
            </a:lvl1pPr>
            <a:lvl2pPr>
              <a:spcBef>
                <a:spcPts val="0"/>
              </a:spcBef>
              <a:spcAft>
                <a:spcPts val="600"/>
              </a:spcAft>
              <a:defRPr sz="1600"/>
            </a:lvl2pPr>
            <a:lvl3pPr>
              <a:defRPr sz="1600"/>
            </a:lvl3pPr>
            <a:lvl4pPr>
              <a:defRPr sz="1600"/>
            </a:lvl4pPr>
            <a:lvl5pPr>
              <a:defRPr sz="1600"/>
            </a:lvl5pPr>
          </a:lstStyle>
          <a:p>
            <a:pPr lvl="0"/>
            <a:r>
              <a:rPr lang="en-GB"/>
              <a:t>Place details here</a:t>
            </a:r>
          </a:p>
          <a:p>
            <a:pPr lvl="1"/>
            <a:r>
              <a:rPr lang="en-GB"/>
              <a:t>Second level</a:t>
            </a:r>
          </a:p>
        </p:txBody>
      </p:sp>
      <p:sp>
        <p:nvSpPr>
          <p:cNvPr id="39" name="Text Placeholder 7">
            <a:extLst>
              <a:ext uri="{FF2B5EF4-FFF2-40B4-BE49-F238E27FC236}">
                <a16:creationId xmlns:a16="http://schemas.microsoft.com/office/drawing/2014/main" id="{193E6F86-7CC7-1B45-B6B3-C112C87FC089}"/>
              </a:ext>
            </a:extLst>
          </p:cNvPr>
          <p:cNvSpPr>
            <a:spLocks noGrp="1"/>
          </p:cNvSpPr>
          <p:nvPr>
            <p:ph type="body" sz="quarter" idx="29" hasCustomPrompt="1"/>
          </p:nvPr>
        </p:nvSpPr>
        <p:spPr>
          <a:xfrm>
            <a:off x="10113142" y="3150306"/>
            <a:ext cx="1718094" cy="2008188"/>
          </a:xfrm>
        </p:spPr>
        <p:txBody>
          <a:bodyPr/>
          <a:lstStyle>
            <a:lvl1pPr marL="0" indent="0">
              <a:spcBef>
                <a:spcPts val="0"/>
              </a:spcBef>
              <a:spcAft>
                <a:spcPts val="600"/>
              </a:spcAft>
              <a:buNone/>
              <a:defRPr sz="1600"/>
            </a:lvl1pPr>
            <a:lvl2pPr>
              <a:spcBef>
                <a:spcPts val="0"/>
              </a:spcBef>
              <a:spcAft>
                <a:spcPts val="600"/>
              </a:spcAft>
              <a:defRPr sz="1600"/>
            </a:lvl2pPr>
            <a:lvl3pPr>
              <a:defRPr sz="1600"/>
            </a:lvl3pPr>
            <a:lvl4pPr>
              <a:defRPr sz="1600"/>
            </a:lvl4pPr>
            <a:lvl5pPr>
              <a:defRPr sz="1600"/>
            </a:lvl5pPr>
          </a:lstStyle>
          <a:p>
            <a:pPr lvl="0"/>
            <a:r>
              <a:rPr lang="en-GB"/>
              <a:t>Place details here</a:t>
            </a:r>
          </a:p>
          <a:p>
            <a:pPr lvl="1"/>
            <a:r>
              <a:rPr lang="en-GB"/>
              <a:t>Second level</a:t>
            </a:r>
          </a:p>
        </p:txBody>
      </p:sp>
    </p:spTree>
    <p:extLst>
      <p:ext uri="{BB962C8B-B14F-4D97-AF65-F5344CB8AC3E}">
        <p14:creationId xmlns:p14="http://schemas.microsoft.com/office/powerpoint/2010/main" val="16735230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 Gradient x3 Teal">
    <p:bg>
      <p:bgPr>
        <a:solidFill>
          <a:srgbClr val="4D7B8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5253DD-694C-C64D-916C-9C8A23E5282A}"/>
              </a:ext>
            </a:extLst>
          </p:cNvPr>
          <p:cNvSpPr/>
          <p:nvPr userDrawn="1"/>
        </p:nvSpPr>
        <p:spPr>
          <a:xfrm>
            <a:off x="0" y="0"/>
            <a:ext cx="406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1" name="Rectangle 10">
            <a:extLst>
              <a:ext uri="{FF2B5EF4-FFF2-40B4-BE49-F238E27FC236}">
                <a16:creationId xmlns:a16="http://schemas.microsoft.com/office/drawing/2014/main" id="{32CAF6D7-8693-F240-82C2-FF57744A8C7C}"/>
              </a:ext>
            </a:extLst>
          </p:cNvPr>
          <p:cNvSpPr/>
          <p:nvPr userDrawn="1"/>
        </p:nvSpPr>
        <p:spPr>
          <a:xfrm>
            <a:off x="4064000" y="0"/>
            <a:ext cx="4064000" cy="6858000"/>
          </a:xfrm>
          <a:prstGeom prst="rect">
            <a:avLst/>
          </a:prstGeom>
          <a:solidFill>
            <a:srgbClr val="265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12" name="Rectangle 11">
            <a:extLst>
              <a:ext uri="{FF2B5EF4-FFF2-40B4-BE49-F238E27FC236}">
                <a16:creationId xmlns:a16="http://schemas.microsoft.com/office/drawing/2014/main" id="{B81D04CC-B090-DF46-8FF0-0CCE789B63A5}"/>
              </a:ext>
            </a:extLst>
          </p:cNvPr>
          <p:cNvSpPr/>
          <p:nvPr userDrawn="1"/>
        </p:nvSpPr>
        <p:spPr>
          <a:xfrm>
            <a:off x="8128000" y="0"/>
            <a:ext cx="4064000" cy="6858000"/>
          </a:xfrm>
          <a:prstGeom prst="rect">
            <a:avLst/>
          </a:prstGeom>
          <a:solidFill>
            <a:srgbClr val="4D7B8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0" i="0">
              <a:latin typeface="Raleway" pitchFamily="2" charset="77"/>
            </a:endParaRPr>
          </a:p>
        </p:txBody>
      </p:sp>
      <p:sp>
        <p:nvSpPr>
          <p:cNvPr id="4" name="Date Placeholder 3">
            <a:extLst>
              <a:ext uri="{FF2B5EF4-FFF2-40B4-BE49-F238E27FC236}">
                <a16:creationId xmlns:a16="http://schemas.microsoft.com/office/drawing/2014/main" id="{DD0303CE-4B1C-AB46-A0DF-9864142CEB1F}"/>
              </a:ext>
            </a:extLst>
          </p:cNvPr>
          <p:cNvSpPr>
            <a:spLocks noGrp="1"/>
          </p:cNvSpPr>
          <p:nvPr userDrawn="1">
            <p:ph type="dt" sz="half" idx="10"/>
          </p:nvPr>
        </p:nvSpPr>
        <p:spPr/>
        <p:txBody>
          <a:bodyPr/>
          <a:lstStyle>
            <a:lvl1pPr>
              <a:defRPr>
                <a:solidFill>
                  <a:schemeClr val="tx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userDrawn="1">
            <p:ph type="ftr" sz="quarter" idx="11"/>
          </p:nvPr>
        </p:nvSpPr>
        <p:spPr/>
        <p:txBody>
          <a:bodyPr/>
          <a:lstStyle>
            <a:lvl1pPr>
              <a:defRPr>
                <a:solidFill>
                  <a:schemeClr val="tx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userDrawn="1">
            <p:ph type="sldNum" sz="quarter" idx="12"/>
          </p:nvPr>
        </p:nvSpPr>
        <p:spPr/>
        <p:txBody>
          <a:bodyPr/>
          <a:lstStyle>
            <a:lvl1pPr>
              <a:defRPr>
                <a:solidFill>
                  <a:schemeClr val="tx1"/>
                </a:solidFill>
              </a:defRPr>
            </a:lvl1pPr>
          </a:lstStyle>
          <a:p>
            <a:fld id="{D12734D3-D73F-6A4D-B2B5-DCD15EBB8EEC}" type="slidenum">
              <a:rPr lang="en-GB" smtClean="0"/>
              <a:pPr/>
              <a:t>‹#›</a:t>
            </a:fld>
            <a:endParaRPr lang="en-GB"/>
          </a:p>
        </p:txBody>
      </p:sp>
      <p:sp>
        <p:nvSpPr>
          <p:cNvPr id="22" name="Title 1">
            <a:extLst>
              <a:ext uri="{FF2B5EF4-FFF2-40B4-BE49-F238E27FC236}">
                <a16:creationId xmlns:a16="http://schemas.microsoft.com/office/drawing/2014/main" id="{4E07137D-BC16-2A49-8A5E-67C216CFCFA0}"/>
              </a:ext>
            </a:extLst>
          </p:cNvPr>
          <p:cNvSpPr>
            <a:spLocks noGrp="1"/>
          </p:cNvSpPr>
          <p:nvPr userDrawn="1">
            <p:ph type="title" hasCustomPrompt="1"/>
          </p:nvPr>
        </p:nvSpPr>
        <p:spPr>
          <a:xfrm>
            <a:off x="360000" y="494928"/>
            <a:ext cx="11472000" cy="360000"/>
          </a:xfrm>
          <a:prstGeom prst="rect">
            <a:avLst/>
          </a:prstGeom>
        </p:spPr>
        <p:txBody>
          <a:bodyPr/>
          <a:lstStyle>
            <a:lvl1pPr>
              <a:defRPr sz="2000">
                <a:solidFill>
                  <a:schemeClr val="tx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userDrawn="1">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tx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pic>
        <p:nvPicPr>
          <p:cNvPr id="10" name="Picture 9">
            <a:extLst>
              <a:ext uri="{FF2B5EF4-FFF2-40B4-BE49-F238E27FC236}">
                <a16:creationId xmlns:a16="http://schemas.microsoft.com/office/drawing/2014/main" id="{685417E2-372A-B84A-AC47-039BF96A5167}"/>
              </a:ext>
            </a:extLst>
          </p:cNvPr>
          <p:cNvPicPr>
            <a:picLocks noChangeAspect="1"/>
          </p:cNvPicPr>
          <p:nvPr userDrawn="1"/>
        </p:nvPicPr>
        <p:blipFill>
          <a:blip r:embed="rId2"/>
          <a:stretch>
            <a:fillRect/>
          </a:stretch>
        </p:blipFill>
        <p:spPr>
          <a:xfrm>
            <a:off x="11010148" y="337140"/>
            <a:ext cx="850900" cy="190500"/>
          </a:xfrm>
          <a:prstGeom prst="rect">
            <a:avLst/>
          </a:prstGeom>
        </p:spPr>
      </p:pic>
      <p:sp>
        <p:nvSpPr>
          <p:cNvPr id="7" name="Text Placeholder 6">
            <a:extLst>
              <a:ext uri="{FF2B5EF4-FFF2-40B4-BE49-F238E27FC236}">
                <a16:creationId xmlns:a16="http://schemas.microsoft.com/office/drawing/2014/main" id="{7D9B6B3F-100C-E54F-91A3-E0FED4F04195}"/>
              </a:ext>
            </a:extLst>
          </p:cNvPr>
          <p:cNvSpPr>
            <a:spLocks noGrp="1"/>
          </p:cNvSpPr>
          <p:nvPr>
            <p:ph type="body" sz="quarter" idx="14" hasCustomPrompt="1"/>
          </p:nvPr>
        </p:nvSpPr>
        <p:spPr>
          <a:xfrm>
            <a:off x="360000" y="2009775"/>
            <a:ext cx="3344002" cy="2990850"/>
          </a:xfrm>
        </p:spPr>
        <p:txBody>
          <a:bodyPr/>
          <a:lstStyle>
            <a:lvl1pPr marL="0" indent="0">
              <a:buNone/>
              <a:defRPr sz="2400" b="1"/>
            </a:lvl1pPr>
            <a:lvl2pPr marL="0" indent="0">
              <a:spcBef>
                <a:spcPts val="0"/>
              </a:spcBef>
              <a:buNone/>
              <a:defRPr/>
            </a:lvl2pPr>
            <a:lvl3pPr marL="180000">
              <a:spcBef>
                <a:spcPts val="0"/>
              </a:spcBef>
              <a:defRPr/>
            </a:lvl3pPr>
            <a:lvl4pPr marL="540000" indent="0">
              <a:buNone/>
              <a:defRPr/>
            </a:lvl4pPr>
          </a:lstStyle>
          <a:p>
            <a:pPr lvl="0"/>
            <a:r>
              <a:rPr lang="en-GB"/>
              <a:t>Headline</a:t>
            </a:r>
          </a:p>
          <a:p>
            <a:pPr lvl="1"/>
            <a:r>
              <a:rPr lang="en-GB"/>
              <a:t>Details</a:t>
            </a:r>
          </a:p>
          <a:p>
            <a:pPr lvl="2"/>
            <a:r>
              <a:rPr lang="en-GB"/>
              <a:t>Bullet point</a:t>
            </a:r>
          </a:p>
        </p:txBody>
      </p:sp>
      <p:sp>
        <p:nvSpPr>
          <p:cNvPr id="28" name="Text Placeholder 6">
            <a:extLst>
              <a:ext uri="{FF2B5EF4-FFF2-40B4-BE49-F238E27FC236}">
                <a16:creationId xmlns:a16="http://schemas.microsoft.com/office/drawing/2014/main" id="{C042DD35-45DA-F74E-8185-AC906573636C}"/>
              </a:ext>
            </a:extLst>
          </p:cNvPr>
          <p:cNvSpPr>
            <a:spLocks noGrp="1"/>
          </p:cNvSpPr>
          <p:nvPr>
            <p:ph type="body" sz="quarter" idx="15" hasCustomPrompt="1"/>
          </p:nvPr>
        </p:nvSpPr>
        <p:spPr>
          <a:xfrm>
            <a:off x="4423998" y="2009775"/>
            <a:ext cx="3344002" cy="2990850"/>
          </a:xfrm>
        </p:spPr>
        <p:txBody>
          <a:bodyPr/>
          <a:lstStyle>
            <a:lvl1pPr marL="0" indent="0">
              <a:buNone/>
              <a:defRPr sz="2400" b="1"/>
            </a:lvl1pPr>
            <a:lvl2pPr marL="0" indent="0">
              <a:spcBef>
                <a:spcPts val="0"/>
              </a:spcBef>
              <a:buNone/>
              <a:defRPr/>
            </a:lvl2pPr>
            <a:lvl3pPr marL="180000">
              <a:spcBef>
                <a:spcPts val="0"/>
              </a:spcBef>
              <a:defRPr/>
            </a:lvl3pPr>
            <a:lvl4pPr marL="540000" indent="0">
              <a:buNone/>
              <a:defRPr/>
            </a:lvl4pPr>
          </a:lstStyle>
          <a:p>
            <a:pPr lvl="0"/>
            <a:r>
              <a:rPr lang="en-GB"/>
              <a:t>Headline</a:t>
            </a:r>
          </a:p>
          <a:p>
            <a:pPr lvl="1"/>
            <a:r>
              <a:rPr lang="en-GB"/>
              <a:t>Details</a:t>
            </a:r>
          </a:p>
          <a:p>
            <a:pPr lvl="2"/>
            <a:r>
              <a:rPr lang="en-GB"/>
              <a:t>Bullet point</a:t>
            </a:r>
          </a:p>
        </p:txBody>
      </p:sp>
      <p:sp>
        <p:nvSpPr>
          <p:cNvPr id="29" name="Text Placeholder 6">
            <a:extLst>
              <a:ext uri="{FF2B5EF4-FFF2-40B4-BE49-F238E27FC236}">
                <a16:creationId xmlns:a16="http://schemas.microsoft.com/office/drawing/2014/main" id="{AA699EA6-C1C9-1D40-BF3A-D3BBE428592D}"/>
              </a:ext>
            </a:extLst>
          </p:cNvPr>
          <p:cNvSpPr>
            <a:spLocks noGrp="1"/>
          </p:cNvSpPr>
          <p:nvPr>
            <p:ph type="body" sz="quarter" idx="16" hasCustomPrompt="1"/>
          </p:nvPr>
        </p:nvSpPr>
        <p:spPr>
          <a:xfrm>
            <a:off x="8487999" y="2009775"/>
            <a:ext cx="3344002" cy="2990850"/>
          </a:xfrm>
        </p:spPr>
        <p:txBody>
          <a:bodyPr/>
          <a:lstStyle>
            <a:lvl1pPr marL="0" indent="0">
              <a:buNone/>
              <a:defRPr sz="2400" b="1"/>
            </a:lvl1pPr>
            <a:lvl2pPr marL="0" indent="0">
              <a:spcBef>
                <a:spcPts val="0"/>
              </a:spcBef>
              <a:buNone/>
              <a:defRPr/>
            </a:lvl2pPr>
            <a:lvl3pPr marL="180000">
              <a:spcBef>
                <a:spcPts val="0"/>
              </a:spcBef>
              <a:defRPr/>
            </a:lvl3pPr>
            <a:lvl4pPr marL="540000" indent="0">
              <a:buNone/>
              <a:defRPr/>
            </a:lvl4pPr>
          </a:lstStyle>
          <a:p>
            <a:pPr lvl="0"/>
            <a:r>
              <a:rPr lang="en-GB"/>
              <a:t>Headline</a:t>
            </a:r>
          </a:p>
          <a:p>
            <a:pPr lvl="1"/>
            <a:r>
              <a:rPr lang="en-GB"/>
              <a:t>Details</a:t>
            </a:r>
          </a:p>
          <a:p>
            <a:pPr lvl="2"/>
            <a:r>
              <a:rPr lang="en-GB"/>
              <a:t>Bullet point</a:t>
            </a:r>
          </a:p>
        </p:txBody>
      </p:sp>
    </p:spTree>
    <p:extLst>
      <p:ext uri="{BB962C8B-B14F-4D97-AF65-F5344CB8AC3E}">
        <p14:creationId xmlns:p14="http://schemas.microsoft.com/office/powerpoint/2010/main" val="40157559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 Gradient List Hori 4 Teal">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2EB84A-019E-FA4C-BED3-925DCA34FCCC}"/>
              </a:ext>
            </a:extLst>
          </p:cNvPr>
          <p:cNvSpPr/>
          <p:nvPr userDrawn="1"/>
        </p:nvSpPr>
        <p:spPr>
          <a:xfrm>
            <a:off x="4210757" y="3413636"/>
            <a:ext cx="7981243" cy="1729244"/>
          </a:xfrm>
          <a:prstGeom prst="rect">
            <a:avLst/>
          </a:prstGeom>
          <a:solidFill>
            <a:srgbClr val="7398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8" name="Rectangle 7">
            <a:extLst>
              <a:ext uri="{FF2B5EF4-FFF2-40B4-BE49-F238E27FC236}">
                <a16:creationId xmlns:a16="http://schemas.microsoft.com/office/drawing/2014/main" id="{FC181DFA-D972-AB48-9E0B-D80F3FB8BDFF}"/>
              </a:ext>
            </a:extLst>
          </p:cNvPr>
          <p:cNvSpPr/>
          <p:nvPr userDrawn="1"/>
        </p:nvSpPr>
        <p:spPr>
          <a:xfrm>
            <a:off x="4210757" y="0"/>
            <a:ext cx="7981243" cy="1712639"/>
          </a:xfrm>
          <a:prstGeom prst="rect">
            <a:avLst/>
          </a:prstGeom>
          <a:solidFill>
            <a:srgbClr val="BFD1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13" name="Rectangle 12">
            <a:extLst>
              <a:ext uri="{FF2B5EF4-FFF2-40B4-BE49-F238E27FC236}">
                <a16:creationId xmlns:a16="http://schemas.microsoft.com/office/drawing/2014/main" id="{C6A9FC2E-3EB5-E64B-A607-C3E5BF71E204}"/>
              </a:ext>
            </a:extLst>
          </p:cNvPr>
          <p:cNvSpPr/>
          <p:nvPr userDrawn="1"/>
        </p:nvSpPr>
        <p:spPr>
          <a:xfrm>
            <a:off x="4210757" y="1715120"/>
            <a:ext cx="7981243" cy="1712639"/>
          </a:xfrm>
          <a:prstGeom prst="rect">
            <a:avLst/>
          </a:prstGeom>
          <a:solidFill>
            <a:srgbClr val="99B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16" name="Rectangle 15">
            <a:extLst>
              <a:ext uri="{FF2B5EF4-FFF2-40B4-BE49-F238E27FC236}">
                <a16:creationId xmlns:a16="http://schemas.microsoft.com/office/drawing/2014/main" id="{A3409078-BB95-294D-B3D8-65EF41421C13}"/>
              </a:ext>
            </a:extLst>
          </p:cNvPr>
          <p:cNvSpPr/>
          <p:nvPr userDrawn="1"/>
        </p:nvSpPr>
        <p:spPr>
          <a:xfrm>
            <a:off x="4210757" y="5142879"/>
            <a:ext cx="7981243" cy="1715121"/>
          </a:xfrm>
          <a:prstGeom prst="rect">
            <a:avLst/>
          </a:prstGeom>
          <a:solidFill>
            <a:srgbClr val="4D7B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sp>
        <p:nvSpPr>
          <p:cNvPr id="4" name="Date Placeholder 3">
            <a:extLst>
              <a:ext uri="{FF2B5EF4-FFF2-40B4-BE49-F238E27FC236}">
                <a16:creationId xmlns:a16="http://schemas.microsoft.com/office/drawing/2014/main" id="{DD0303CE-4B1C-AB46-A0DF-9864142CEB1F}"/>
              </a:ext>
            </a:extLst>
          </p:cNvPr>
          <p:cNvSpPr>
            <a:spLocks noGrp="1"/>
          </p:cNvSpPr>
          <p:nvPr>
            <p:ph type="dt" sz="half" idx="10"/>
          </p:nvPr>
        </p:nvSpPr>
        <p:spPr/>
        <p:txBody>
          <a:bodyPr/>
          <a:lstStyle>
            <a:lvl1pPr>
              <a:defRPr>
                <a:solidFill>
                  <a:schemeClr val="accent1"/>
                </a:solidFill>
              </a:defRPr>
            </a:lvl1pPr>
          </a:lstStyle>
          <a:p>
            <a:fld id="{3E99CC6A-1878-8947-925B-15C385B98725}" type="datetime4">
              <a:rPr lang="en-GB" smtClean="0"/>
              <a:pPr/>
              <a:t>09 April 2026</a:t>
            </a:fld>
            <a:endParaRPr lang="en-GB"/>
          </a:p>
        </p:txBody>
      </p:sp>
      <p:sp>
        <p:nvSpPr>
          <p:cNvPr id="5" name="Footer Placeholder 4">
            <a:extLst>
              <a:ext uri="{FF2B5EF4-FFF2-40B4-BE49-F238E27FC236}">
                <a16:creationId xmlns:a16="http://schemas.microsoft.com/office/drawing/2014/main" id="{6C651B67-9541-384F-8E5C-AB3387214BF2}"/>
              </a:ext>
            </a:extLst>
          </p:cNvPr>
          <p:cNvSpPr>
            <a:spLocks noGrp="1"/>
          </p:cNvSpPr>
          <p:nvPr>
            <p:ph type="ftr" sz="quarter" idx="11"/>
          </p:nvPr>
        </p:nvSpPr>
        <p:spPr/>
        <p:txBody>
          <a:bodyPr/>
          <a:lstStyle>
            <a:lvl1pPr>
              <a:defRPr>
                <a:solidFill>
                  <a:schemeClr val="accent1"/>
                </a:solidFill>
              </a:defRPr>
            </a:lvl1pPr>
          </a:lstStyle>
          <a:p>
            <a:r>
              <a:rPr lang="en-GB"/>
              <a:t>Confidential</a:t>
            </a:r>
          </a:p>
        </p:txBody>
      </p:sp>
      <p:sp>
        <p:nvSpPr>
          <p:cNvPr id="6" name="Slide Number Placeholder 5">
            <a:extLst>
              <a:ext uri="{FF2B5EF4-FFF2-40B4-BE49-F238E27FC236}">
                <a16:creationId xmlns:a16="http://schemas.microsoft.com/office/drawing/2014/main" id="{5C7FBA37-E153-FB4D-9B54-8A4B0C690FE9}"/>
              </a:ext>
            </a:extLst>
          </p:cNvPr>
          <p:cNvSpPr>
            <a:spLocks noGrp="1"/>
          </p:cNvSpPr>
          <p:nvPr>
            <p:ph type="sldNum" sz="quarter" idx="12"/>
          </p:nvPr>
        </p:nvSpPr>
        <p:spPr/>
        <p:txBody>
          <a:bodyPr/>
          <a:lstStyle>
            <a:lvl1pPr>
              <a:defRPr>
                <a:solidFill>
                  <a:schemeClr val="bg1"/>
                </a:solidFill>
              </a:defRPr>
            </a:lvl1pPr>
          </a:lstStyle>
          <a:p>
            <a:fld id="{D12734D3-D73F-6A4D-B2B5-DCD15EBB8EEC}" type="slidenum">
              <a:rPr lang="en-GB" smtClean="0"/>
              <a:pPr/>
              <a:t>‹#›</a:t>
            </a:fld>
            <a:endParaRPr lang="en-GB"/>
          </a:p>
        </p:txBody>
      </p:sp>
      <p:sp>
        <p:nvSpPr>
          <p:cNvPr id="14" name="Text Placeholder 13">
            <a:extLst>
              <a:ext uri="{FF2B5EF4-FFF2-40B4-BE49-F238E27FC236}">
                <a16:creationId xmlns:a16="http://schemas.microsoft.com/office/drawing/2014/main" id="{D8248D3B-3B1E-E54D-BA19-FF4C98779EDA}"/>
              </a:ext>
            </a:extLst>
          </p:cNvPr>
          <p:cNvSpPr>
            <a:spLocks noGrp="1"/>
          </p:cNvSpPr>
          <p:nvPr>
            <p:ph type="body" sz="quarter" idx="15" hasCustomPrompt="1"/>
          </p:nvPr>
        </p:nvSpPr>
        <p:spPr>
          <a:xfrm>
            <a:off x="360001" y="1781433"/>
            <a:ext cx="3490756" cy="3600450"/>
          </a:xfrm>
        </p:spPr>
        <p:txBody>
          <a:bodyPr anchor="ctr"/>
          <a:lstStyle>
            <a:lvl1pPr marL="0" indent="0">
              <a:spcBef>
                <a:spcPts val="0"/>
              </a:spcBef>
              <a:spcAft>
                <a:spcPts val="1800"/>
              </a:spcAft>
              <a:buNone/>
              <a:defRPr sz="2400" b="1">
                <a:solidFill>
                  <a:schemeClr val="accent1"/>
                </a:solidFill>
              </a:defRPr>
            </a:lvl1pPr>
            <a:lvl2pPr marL="0" indent="0">
              <a:spcBef>
                <a:spcPts val="0"/>
              </a:spcBef>
              <a:spcAft>
                <a:spcPts val="1800"/>
              </a:spcAft>
              <a:buNone/>
              <a:defRPr lang="en-GB" sz="2000" b="0" i="0" kern="1200" dirty="0" smtClean="0">
                <a:solidFill>
                  <a:schemeClr val="accent1"/>
                </a:solidFill>
                <a:latin typeface="Raleway" pitchFamily="2" charset="77"/>
                <a:ea typeface="+mn-ea"/>
                <a:cs typeface="+mn-cs"/>
              </a:defRPr>
            </a:lvl2pPr>
            <a:lvl3pPr marL="180000" indent="-180000">
              <a:spcBef>
                <a:spcPts val="0"/>
              </a:spcBef>
              <a:spcAft>
                <a:spcPts val="1800"/>
              </a:spcAft>
              <a:buClr>
                <a:schemeClr val="accent2"/>
              </a:buClr>
              <a:defRPr sz="1800">
                <a:solidFill>
                  <a:schemeClr val="accent1"/>
                </a:solidFill>
              </a:defRPr>
            </a:lvl3pPr>
            <a:lvl4pPr marL="360000" indent="-180000">
              <a:spcBef>
                <a:spcPts val="0"/>
              </a:spcBef>
              <a:spcAft>
                <a:spcPts val="1800"/>
              </a:spcAft>
              <a:buClr>
                <a:schemeClr val="accent2"/>
              </a:buClr>
              <a:defRPr sz="1800">
                <a:solidFill>
                  <a:schemeClr val="accent1"/>
                </a:solidFill>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Place headline here</a:t>
            </a:r>
          </a:p>
          <a:p>
            <a:pPr lvl="1"/>
            <a:r>
              <a:rPr lang="en-GB"/>
              <a:t>Place details</a:t>
            </a:r>
          </a:p>
          <a:p>
            <a:pPr lvl="2"/>
            <a:r>
              <a:rPr lang="en-GB"/>
              <a:t>Bullet point level 1</a:t>
            </a:r>
          </a:p>
          <a:p>
            <a:pPr lvl="3"/>
            <a:r>
              <a:rPr lang="en-GB"/>
              <a:t>Bullet point level 2</a:t>
            </a:r>
          </a:p>
        </p:txBody>
      </p:sp>
      <p:sp>
        <p:nvSpPr>
          <p:cNvPr id="22" name="Title 1">
            <a:extLst>
              <a:ext uri="{FF2B5EF4-FFF2-40B4-BE49-F238E27FC236}">
                <a16:creationId xmlns:a16="http://schemas.microsoft.com/office/drawing/2014/main" id="{4E07137D-BC16-2A49-8A5E-67C216CFCFA0}"/>
              </a:ext>
            </a:extLst>
          </p:cNvPr>
          <p:cNvSpPr>
            <a:spLocks noGrp="1"/>
          </p:cNvSpPr>
          <p:nvPr>
            <p:ph type="title" hasCustomPrompt="1"/>
          </p:nvPr>
        </p:nvSpPr>
        <p:spPr>
          <a:xfrm>
            <a:off x="360000" y="494928"/>
            <a:ext cx="3490756" cy="360000"/>
          </a:xfrm>
          <a:prstGeom prst="rect">
            <a:avLst/>
          </a:prstGeom>
        </p:spPr>
        <p:txBody>
          <a:bodyPr/>
          <a:lstStyle>
            <a:lvl1pPr>
              <a:defRPr sz="2000">
                <a:solidFill>
                  <a:schemeClr val="accent1"/>
                </a:solidFill>
              </a:defRPr>
            </a:lvl1pPr>
          </a:lstStyle>
          <a:p>
            <a:r>
              <a:rPr lang="en-GB"/>
              <a:t>Place headline here</a:t>
            </a:r>
          </a:p>
        </p:txBody>
      </p:sp>
      <p:sp>
        <p:nvSpPr>
          <p:cNvPr id="24" name="Text Placeholder 9">
            <a:extLst>
              <a:ext uri="{FF2B5EF4-FFF2-40B4-BE49-F238E27FC236}">
                <a16:creationId xmlns:a16="http://schemas.microsoft.com/office/drawing/2014/main" id="{935A6279-462B-6C4E-BC5C-74FF50364C00}"/>
              </a:ext>
            </a:extLst>
          </p:cNvPr>
          <p:cNvSpPr>
            <a:spLocks noGrp="1"/>
          </p:cNvSpPr>
          <p:nvPr>
            <p:ph type="body" sz="quarter" idx="13" hasCustomPrompt="1"/>
          </p:nvPr>
        </p:nvSpPr>
        <p:spPr>
          <a:xfrm>
            <a:off x="360000" y="276180"/>
            <a:ext cx="3935775" cy="190499"/>
          </a:xfrm>
        </p:spPr>
        <p:txBody>
          <a:bodyPr vert="horz" lIns="0" tIns="0" rIns="0" bIns="0" rtlCol="0" anchor="t">
            <a:noAutofit/>
          </a:bodyPr>
          <a:lstStyle>
            <a:lvl1pPr marL="0" indent="0">
              <a:buNone/>
              <a:defRPr lang="en-GB" sz="1200" b="0" i="0" dirty="0" smtClean="0">
                <a:solidFill>
                  <a:schemeClr val="accent1"/>
                </a:solidFill>
                <a:latin typeface="Raleway" pitchFamily="2"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a:t>Section title</a:t>
            </a:r>
          </a:p>
        </p:txBody>
      </p:sp>
      <p:sp>
        <p:nvSpPr>
          <p:cNvPr id="18" name="Text Placeholder 13">
            <a:extLst>
              <a:ext uri="{FF2B5EF4-FFF2-40B4-BE49-F238E27FC236}">
                <a16:creationId xmlns:a16="http://schemas.microsoft.com/office/drawing/2014/main" id="{FC072C5F-35A8-FB4C-9DE6-432ECE5DECE0}"/>
              </a:ext>
            </a:extLst>
          </p:cNvPr>
          <p:cNvSpPr>
            <a:spLocks noGrp="1"/>
          </p:cNvSpPr>
          <p:nvPr>
            <p:ph type="body" sz="quarter" idx="17" hasCustomPrompt="1"/>
          </p:nvPr>
        </p:nvSpPr>
        <p:spPr>
          <a:xfrm>
            <a:off x="4572001" y="494927"/>
            <a:ext cx="2480768" cy="972627"/>
          </a:xfrm>
        </p:spPr>
        <p:txBody>
          <a:bodyPr anchor="t"/>
          <a:lstStyle>
            <a:lvl1pPr marL="0" indent="0">
              <a:spcBef>
                <a:spcPts val="0"/>
              </a:spcBef>
              <a:spcAft>
                <a:spcPts val="1800"/>
              </a:spcAft>
              <a:buNone/>
              <a:defRPr sz="2400" b="1">
                <a:solidFill>
                  <a:schemeClr val="accent1"/>
                </a:solidFill>
              </a:defRPr>
            </a:lvl1pPr>
            <a:lvl2pPr marL="0" indent="0" algn="l" defTabSz="914400" rtl="0" eaLnBrk="1" latinLnBrk="0" hangingPunct="1">
              <a:lnSpc>
                <a:spcPct val="90000"/>
              </a:lnSpc>
              <a:spcBef>
                <a:spcPct val="0"/>
              </a:spcBef>
              <a:spcAft>
                <a:spcPts val="0"/>
              </a:spcAft>
              <a:buNone/>
              <a:defRPr lang="en-GB" sz="2000" b="1" kern="1200" dirty="0">
                <a:solidFill>
                  <a:schemeClr val="accent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9" name="Text Placeholder 8">
            <a:extLst>
              <a:ext uri="{FF2B5EF4-FFF2-40B4-BE49-F238E27FC236}">
                <a16:creationId xmlns:a16="http://schemas.microsoft.com/office/drawing/2014/main" id="{B3054E32-94D6-814D-8DCA-4B66FFC9F146}"/>
              </a:ext>
            </a:extLst>
          </p:cNvPr>
          <p:cNvSpPr>
            <a:spLocks noGrp="1"/>
          </p:cNvSpPr>
          <p:nvPr>
            <p:ph type="body" sz="quarter" idx="18" hasCustomPrompt="1"/>
          </p:nvPr>
        </p:nvSpPr>
        <p:spPr>
          <a:xfrm>
            <a:off x="7412770" y="466679"/>
            <a:ext cx="3429401" cy="1000875"/>
          </a:xfrm>
        </p:spPr>
        <p:txBody>
          <a:bodyPr/>
          <a:lstStyle>
            <a:lvl1pPr marL="0" indent="0">
              <a:spcBef>
                <a:spcPts val="0"/>
              </a:spcBef>
              <a:spcAft>
                <a:spcPts val="600"/>
              </a:spcAft>
              <a:buNone/>
              <a:defRPr sz="1400">
                <a:solidFill>
                  <a:schemeClr val="accent1"/>
                </a:solidFill>
              </a:defRPr>
            </a:lvl1pPr>
            <a:lvl2pPr marL="180000">
              <a:spcBef>
                <a:spcPts val="0"/>
              </a:spcBef>
              <a:spcAft>
                <a:spcPts val="600"/>
              </a:spcAft>
              <a:defRPr sz="1400">
                <a:solidFill>
                  <a:schemeClr val="accent1"/>
                </a:solidFill>
              </a:defRPr>
            </a:lvl2pPr>
            <a:lvl3pPr>
              <a:spcBef>
                <a:spcPts val="0"/>
              </a:spcBef>
              <a:spcAft>
                <a:spcPts val="600"/>
              </a:spcAft>
              <a:defRPr/>
            </a:lvl3pPr>
            <a:lvl4pPr>
              <a:spcBef>
                <a:spcPts val="0"/>
              </a:spcBef>
              <a:spcAft>
                <a:spcPts val="600"/>
              </a:spcAft>
              <a:defRPr/>
            </a:lvl4pPr>
            <a:lvl5pPr>
              <a:spcBef>
                <a:spcPts val="0"/>
              </a:spcBef>
              <a:spcAft>
                <a:spcPts val="600"/>
              </a:spcAft>
              <a:defRPr/>
            </a:lvl5pPr>
          </a:lstStyle>
          <a:p>
            <a:pPr lvl="0"/>
            <a:r>
              <a:rPr lang="en-GB"/>
              <a:t>Place details here</a:t>
            </a:r>
          </a:p>
          <a:p>
            <a:pPr lvl="1"/>
            <a:r>
              <a:rPr lang="en-GB"/>
              <a:t>Second level</a:t>
            </a:r>
          </a:p>
        </p:txBody>
      </p:sp>
      <p:sp>
        <p:nvSpPr>
          <p:cNvPr id="20" name="Text Placeholder 13">
            <a:extLst>
              <a:ext uri="{FF2B5EF4-FFF2-40B4-BE49-F238E27FC236}">
                <a16:creationId xmlns:a16="http://schemas.microsoft.com/office/drawing/2014/main" id="{34B57D8A-255E-4A4E-93C5-32A1CC6D23F5}"/>
              </a:ext>
            </a:extLst>
          </p:cNvPr>
          <p:cNvSpPr>
            <a:spLocks noGrp="1"/>
          </p:cNvSpPr>
          <p:nvPr>
            <p:ph type="body" sz="quarter" idx="19" hasCustomPrompt="1"/>
          </p:nvPr>
        </p:nvSpPr>
        <p:spPr>
          <a:xfrm>
            <a:off x="4572001" y="2085126"/>
            <a:ext cx="2480768" cy="972627"/>
          </a:xfrm>
        </p:spPr>
        <p:txBody>
          <a:bodyPr anchor="t"/>
          <a:lstStyle>
            <a:lvl1pPr marL="0" indent="0">
              <a:spcBef>
                <a:spcPts val="0"/>
              </a:spcBef>
              <a:spcAft>
                <a:spcPts val="1800"/>
              </a:spcAft>
              <a:buNone/>
              <a:defRPr sz="2400" b="1">
                <a:solidFill>
                  <a:schemeClr val="accent1"/>
                </a:solidFill>
              </a:defRPr>
            </a:lvl1pPr>
            <a:lvl2pPr marL="0" indent="0" algn="l" defTabSz="914400" rtl="0" eaLnBrk="1" latinLnBrk="0" hangingPunct="1">
              <a:lnSpc>
                <a:spcPct val="90000"/>
              </a:lnSpc>
              <a:spcBef>
                <a:spcPct val="0"/>
              </a:spcBef>
              <a:spcAft>
                <a:spcPts val="0"/>
              </a:spcAft>
              <a:buNone/>
              <a:defRPr lang="en-GB" sz="2000" b="1" kern="1200" dirty="0">
                <a:solidFill>
                  <a:schemeClr val="accent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21" name="Text Placeholder 8">
            <a:extLst>
              <a:ext uri="{FF2B5EF4-FFF2-40B4-BE49-F238E27FC236}">
                <a16:creationId xmlns:a16="http://schemas.microsoft.com/office/drawing/2014/main" id="{4611E24A-E3DF-2645-A551-A1CC0A246E3F}"/>
              </a:ext>
            </a:extLst>
          </p:cNvPr>
          <p:cNvSpPr>
            <a:spLocks noGrp="1"/>
          </p:cNvSpPr>
          <p:nvPr>
            <p:ph type="body" sz="quarter" idx="20" hasCustomPrompt="1"/>
          </p:nvPr>
        </p:nvSpPr>
        <p:spPr>
          <a:xfrm>
            <a:off x="7412770" y="2071002"/>
            <a:ext cx="3429401" cy="1000875"/>
          </a:xfrm>
        </p:spPr>
        <p:txBody>
          <a:bodyPr/>
          <a:lstStyle>
            <a:lvl1pPr marL="0" indent="0">
              <a:spcBef>
                <a:spcPts val="0"/>
              </a:spcBef>
              <a:spcAft>
                <a:spcPts val="600"/>
              </a:spcAft>
              <a:buNone/>
              <a:defRPr sz="1400">
                <a:solidFill>
                  <a:schemeClr val="accent1"/>
                </a:solidFill>
              </a:defRPr>
            </a:lvl1pPr>
            <a:lvl2pPr marL="180000">
              <a:spcBef>
                <a:spcPts val="0"/>
              </a:spcBef>
              <a:spcAft>
                <a:spcPts val="600"/>
              </a:spcAft>
              <a:defRPr sz="1400">
                <a:solidFill>
                  <a:schemeClr val="accent1"/>
                </a:solidFill>
              </a:defRPr>
            </a:lvl2pPr>
            <a:lvl3pPr>
              <a:spcBef>
                <a:spcPts val="0"/>
              </a:spcBef>
              <a:spcAft>
                <a:spcPts val="600"/>
              </a:spcAft>
              <a:defRPr/>
            </a:lvl3pPr>
            <a:lvl4pPr>
              <a:spcBef>
                <a:spcPts val="0"/>
              </a:spcBef>
              <a:spcAft>
                <a:spcPts val="600"/>
              </a:spcAft>
              <a:defRPr/>
            </a:lvl4pPr>
            <a:lvl5pPr>
              <a:spcBef>
                <a:spcPts val="0"/>
              </a:spcBef>
              <a:spcAft>
                <a:spcPts val="600"/>
              </a:spcAft>
              <a:defRPr/>
            </a:lvl5pPr>
          </a:lstStyle>
          <a:p>
            <a:pPr lvl="0"/>
            <a:r>
              <a:rPr lang="en-GB"/>
              <a:t>Place details here</a:t>
            </a:r>
          </a:p>
          <a:p>
            <a:pPr lvl="1"/>
            <a:r>
              <a:rPr lang="en-GB"/>
              <a:t>Second level</a:t>
            </a:r>
          </a:p>
        </p:txBody>
      </p:sp>
      <p:sp>
        <p:nvSpPr>
          <p:cNvPr id="23" name="Text Placeholder 13">
            <a:extLst>
              <a:ext uri="{FF2B5EF4-FFF2-40B4-BE49-F238E27FC236}">
                <a16:creationId xmlns:a16="http://schemas.microsoft.com/office/drawing/2014/main" id="{2789F26A-022A-F146-BF69-68D635E38EDF}"/>
              </a:ext>
            </a:extLst>
          </p:cNvPr>
          <p:cNvSpPr>
            <a:spLocks noGrp="1"/>
          </p:cNvSpPr>
          <p:nvPr>
            <p:ph type="body" sz="quarter" idx="21" hasCustomPrompt="1"/>
          </p:nvPr>
        </p:nvSpPr>
        <p:spPr>
          <a:xfrm>
            <a:off x="4572001" y="3800246"/>
            <a:ext cx="2480768" cy="972627"/>
          </a:xfrm>
        </p:spPr>
        <p:txBody>
          <a:bodyPr anchor="t"/>
          <a:lstStyle>
            <a:lvl1pPr marL="0" indent="0">
              <a:spcBef>
                <a:spcPts val="0"/>
              </a:spcBef>
              <a:spcAft>
                <a:spcPts val="1800"/>
              </a:spcAft>
              <a:buNone/>
              <a:defRPr sz="2400" b="1">
                <a:solidFill>
                  <a:schemeClr val="bg1"/>
                </a:solidFill>
              </a:defRPr>
            </a:lvl1pPr>
            <a:lvl2pPr marL="0" indent="0" algn="l" defTabSz="914400" rtl="0" eaLnBrk="1" latinLnBrk="0" hangingPunct="1">
              <a:lnSpc>
                <a:spcPct val="90000"/>
              </a:lnSpc>
              <a:spcBef>
                <a:spcPct val="0"/>
              </a:spcBef>
              <a:spcAft>
                <a:spcPts val="0"/>
              </a:spcAft>
              <a:buNone/>
              <a:defRPr lang="en-GB" sz="2000" b="1" kern="1200" dirty="0">
                <a:solidFill>
                  <a:schemeClr val="bg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25" name="Text Placeholder 8">
            <a:extLst>
              <a:ext uri="{FF2B5EF4-FFF2-40B4-BE49-F238E27FC236}">
                <a16:creationId xmlns:a16="http://schemas.microsoft.com/office/drawing/2014/main" id="{07083594-1E4E-DC4A-874D-BA0EBB1F4542}"/>
              </a:ext>
            </a:extLst>
          </p:cNvPr>
          <p:cNvSpPr>
            <a:spLocks noGrp="1"/>
          </p:cNvSpPr>
          <p:nvPr>
            <p:ph type="body" sz="quarter" idx="22" hasCustomPrompt="1"/>
          </p:nvPr>
        </p:nvSpPr>
        <p:spPr>
          <a:xfrm>
            <a:off x="7412770" y="3786122"/>
            <a:ext cx="3429401" cy="1000875"/>
          </a:xfrm>
        </p:spPr>
        <p:txBody>
          <a:bodyPr/>
          <a:lstStyle>
            <a:lvl1pPr marL="0" indent="0">
              <a:spcBef>
                <a:spcPts val="0"/>
              </a:spcBef>
              <a:spcAft>
                <a:spcPts val="600"/>
              </a:spcAft>
              <a:buNone/>
              <a:defRPr sz="1400">
                <a:solidFill>
                  <a:schemeClr val="bg1"/>
                </a:solidFill>
              </a:defRPr>
            </a:lvl1pPr>
            <a:lvl2pPr marL="180000">
              <a:spcBef>
                <a:spcPts val="0"/>
              </a:spcBef>
              <a:spcAft>
                <a:spcPts val="600"/>
              </a:spcAft>
              <a:defRPr sz="1400">
                <a:solidFill>
                  <a:schemeClr val="bg1"/>
                </a:solidFill>
              </a:defRPr>
            </a:lvl2pPr>
            <a:lvl3pPr>
              <a:spcBef>
                <a:spcPts val="0"/>
              </a:spcBef>
              <a:spcAft>
                <a:spcPts val="600"/>
              </a:spcAft>
              <a:defRPr/>
            </a:lvl3pPr>
            <a:lvl4pPr>
              <a:spcBef>
                <a:spcPts val="0"/>
              </a:spcBef>
              <a:spcAft>
                <a:spcPts val="600"/>
              </a:spcAft>
              <a:defRPr/>
            </a:lvl4pPr>
            <a:lvl5pPr>
              <a:spcBef>
                <a:spcPts val="0"/>
              </a:spcBef>
              <a:spcAft>
                <a:spcPts val="600"/>
              </a:spcAft>
              <a:defRPr/>
            </a:lvl5pPr>
          </a:lstStyle>
          <a:p>
            <a:pPr lvl="0"/>
            <a:r>
              <a:rPr lang="en-GB"/>
              <a:t>Place details here</a:t>
            </a:r>
          </a:p>
          <a:p>
            <a:pPr lvl="1"/>
            <a:r>
              <a:rPr lang="en-GB"/>
              <a:t>Second level</a:t>
            </a:r>
          </a:p>
        </p:txBody>
      </p:sp>
      <p:sp>
        <p:nvSpPr>
          <p:cNvPr id="26" name="Text Placeholder 13">
            <a:extLst>
              <a:ext uri="{FF2B5EF4-FFF2-40B4-BE49-F238E27FC236}">
                <a16:creationId xmlns:a16="http://schemas.microsoft.com/office/drawing/2014/main" id="{1F475482-EFC5-9A40-B16E-2D5A1E848EA3}"/>
              </a:ext>
            </a:extLst>
          </p:cNvPr>
          <p:cNvSpPr>
            <a:spLocks noGrp="1"/>
          </p:cNvSpPr>
          <p:nvPr>
            <p:ph type="body" sz="quarter" idx="23" hasCustomPrompt="1"/>
          </p:nvPr>
        </p:nvSpPr>
        <p:spPr>
          <a:xfrm>
            <a:off x="4572001" y="5515367"/>
            <a:ext cx="2480768" cy="972627"/>
          </a:xfrm>
        </p:spPr>
        <p:txBody>
          <a:bodyPr anchor="t"/>
          <a:lstStyle>
            <a:lvl1pPr marL="0" indent="0">
              <a:spcBef>
                <a:spcPts val="0"/>
              </a:spcBef>
              <a:spcAft>
                <a:spcPts val="1800"/>
              </a:spcAft>
              <a:buNone/>
              <a:defRPr sz="2400" b="1">
                <a:solidFill>
                  <a:schemeClr val="bg1"/>
                </a:solidFill>
              </a:defRPr>
            </a:lvl1pPr>
            <a:lvl2pPr marL="0" indent="0" algn="l" defTabSz="914400" rtl="0" eaLnBrk="1" latinLnBrk="0" hangingPunct="1">
              <a:lnSpc>
                <a:spcPct val="90000"/>
              </a:lnSpc>
              <a:spcBef>
                <a:spcPct val="0"/>
              </a:spcBef>
              <a:spcAft>
                <a:spcPts val="0"/>
              </a:spcAft>
              <a:buNone/>
              <a:defRPr lang="en-GB" sz="2000" b="1" kern="1200" dirty="0">
                <a:solidFill>
                  <a:schemeClr val="bg1"/>
                </a:solidFill>
                <a:latin typeface="+mj-lt"/>
                <a:ea typeface="+mj-ea"/>
                <a:cs typeface="+mj-cs"/>
              </a:defRPr>
            </a:lvl2pPr>
            <a:lvl3pPr marL="0" indent="0" algn="l" defTabSz="914400" rtl="0" eaLnBrk="1" latinLnBrk="0" hangingPunct="1">
              <a:lnSpc>
                <a:spcPct val="90000"/>
              </a:lnSpc>
              <a:spcBef>
                <a:spcPct val="0"/>
              </a:spcBef>
              <a:spcAft>
                <a:spcPts val="1800"/>
              </a:spcAft>
              <a:buNone/>
              <a:defRPr lang="en-GB" sz="2000" b="1" kern="1200" dirty="0" smtClean="0">
                <a:solidFill>
                  <a:schemeClr val="tx1"/>
                </a:solidFill>
                <a:latin typeface="+mj-lt"/>
                <a:ea typeface="+mj-ea"/>
                <a:cs typeface="+mj-cs"/>
              </a:defRPr>
            </a:lvl3pPr>
            <a:lvl4pPr marL="180000" indent="0" algn="l" defTabSz="914400" rtl="0" eaLnBrk="1" latinLnBrk="0" hangingPunct="1">
              <a:lnSpc>
                <a:spcPct val="90000"/>
              </a:lnSpc>
              <a:spcBef>
                <a:spcPct val="0"/>
              </a:spcBef>
              <a:spcAft>
                <a:spcPts val="1800"/>
              </a:spcAft>
              <a:buNone/>
              <a:defRPr lang="en-GB" sz="2000" b="1" kern="1200" dirty="0">
                <a:solidFill>
                  <a:schemeClr val="tx1"/>
                </a:solidFill>
                <a:latin typeface="+mj-lt"/>
                <a:ea typeface="+mj-ea"/>
                <a:cs typeface="+mj-cs"/>
              </a:defRPr>
            </a:lvl4pPr>
          </a:lstStyle>
          <a:p>
            <a:pPr marL="0" lvl="0" indent="0" algn="l" defTabSz="914400" rtl="0" eaLnBrk="1" latinLnBrk="0" hangingPunct="1">
              <a:lnSpc>
                <a:spcPct val="90000"/>
              </a:lnSpc>
              <a:spcBef>
                <a:spcPts val="0"/>
              </a:spcBef>
              <a:spcAft>
                <a:spcPts val="1800"/>
              </a:spcAft>
              <a:buFont typeface="Arial" panose="020B0604020202020204" pitchFamily="34" charset="0"/>
              <a:buNone/>
            </a:pPr>
            <a:r>
              <a:rPr lang="en-GB"/>
              <a:t>Headline</a:t>
            </a:r>
          </a:p>
        </p:txBody>
      </p:sp>
      <p:sp>
        <p:nvSpPr>
          <p:cNvPr id="27" name="Text Placeholder 8">
            <a:extLst>
              <a:ext uri="{FF2B5EF4-FFF2-40B4-BE49-F238E27FC236}">
                <a16:creationId xmlns:a16="http://schemas.microsoft.com/office/drawing/2014/main" id="{9AEBD651-4317-8C42-A153-8CD2A2ECC486}"/>
              </a:ext>
            </a:extLst>
          </p:cNvPr>
          <p:cNvSpPr>
            <a:spLocks noGrp="1"/>
          </p:cNvSpPr>
          <p:nvPr>
            <p:ph type="body" sz="quarter" idx="24" hasCustomPrompt="1"/>
          </p:nvPr>
        </p:nvSpPr>
        <p:spPr>
          <a:xfrm>
            <a:off x="7412770" y="5501243"/>
            <a:ext cx="3429401" cy="1000875"/>
          </a:xfrm>
        </p:spPr>
        <p:txBody>
          <a:bodyPr/>
          <a:lstStyle>
            <a:lvl1pPr marL="0" indent="0">
              <a:spcBef>
                <a:spcPts val="0"/>
              </a:spcBef>
              <a:spcAft>
                <a:spcPts val="600"/>
              </a:spcAft>
              <a:buNone/>
              <a:defRPr sz="1400">
                <a:solidFill>
                  <a:schemeClr val="bg1"/>
                </a:solidFill>
              </a:defRPr>
            </a:lvl1pPr>
            <a:lvl2pPr marL="180000">
              <a:spcBef>
                <a:spcPts val="0"/>
              </a:spcBef>
              <a:spcAft>
                <a:spcPts val="600"/>
              </a:spcAft>
              <a:defRPr sz="1400">
                <a:solidFill>
                  <a:schemeClr val="bg1"/>
                </a:solidFill>
              </a:defRPr>
            </a:lvl2pPr>
            <a:lvl3pPr>
              <a:spcBef>
                <a:spcPts val="0"/>
              </a:spcBef>
              <a:spcAft>
                <a:spcPts val="600"/>
              </a:spcAft>
              <a:defRPr/>
            </a:lvl3pPr>
            <a:lvl4pPr>
              <a:spcBef>
                <a:spcPts val="0"/>
              </a:spcBef>
              <a:spcAft>
                <a:spcPts val="600"/>
              </a:spcAft>
              <a:defRPr/>
            </a:lvl4pPr>
            <a:lvl5pPr>
              <a:spcBef>
                <a:spcPts val="0"/>
              </a:spcBef>
              <a:spcAft>
                <a:spcPts val="600"/>
              </a:spcAft>
              <a:defRPr/>
            </a:lvl5pPr>
          </a:lstStyle>
          <a:p>
            <a:pPr lvl="0"/>
            <a:r>
              <a:rPr lang="en-GB"/>
              <a:t>Place details here</a:t>
            </a:r>
          </a:p>
          <a:p>
            <a:pPr lvl="1"/>
            <a:r>
              <a:rPr lang="en-GB"/>
              <a:t>Second level</a:t>
            </a:r>
          </a:p>
        </p:txBody>
      </p:sp>
      <p:pic>
        <p:nvPicPr>
          <p:cNvPr id="28" name="Picture 27">
            <a:extLst>
              <a:ext uri="{FF2B5EF4-FFF2-40B4-BE49-F238E27FC236}">
                <a16:creationId xmlns:a16="http://schemas.microsoft.com/office/drawing/2014/main" id="{45F14333-9D46-2940-803E-F6DBA243EDDD}"/>
              </a:ext>
            </a:extLst>
          </p:cNvPr>
          <p:cNvPicPr>
            <a:picLocks noChangeAspect="1"/>
          </p:cNvPicPr>
          <p:nvPr userDrawn="1"/>
        </p:nvPicPr>
        <p:blipFill>
          <a:blip r:embed="rId2"/>
          <a:stretch>
            <a:fillRect/>
          </a:stretch>
        </p:blipFill>
        <p:spPr>
          <a:xfrm>
            <a:off x="11010148" y="337141"/>
            <a:ext cx="849600" cy="191639"/>
          </a:xfrm>
          <a:prstGeom prst="rect">
            <a:avLst/>
          </a:prstGeom>
        </p:spPr>
      </p:pic>
    </p:spTree>
    <p:extLst>
      <p:ext uri="{BB962C8B-B14F-4D97-AF65-F5344CB8AC3E}">
        <p14:creationId xmlns:p14="http://schemas.microsoft.com/office/powerpoint/2010/main" val="1438337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ssets: Hand Icons">
    <p:spTree>
      <p:nvGrpSpPr>
        <p:cNvPr id="1" name=""/>
        <p:cNvGrpSpPr/>
        <p:nvPr/>
      </p:nvGrpSpPr>
      <p:grpSpPr>
        <a:xfrm>
          <a:off x="0" y="0"/>
          <a:ext cx="0" cy="0"/>
          <a:chOff x="0" y="0"/>
          <a:chExt cx="0" cy="0"/>
        </a:xfrm>
      </p:grpSpPr>
      <p:pic>
        <p:nvPicPr>
          <p:cNvPr id="102" name="Graphic 101">
            <a:extLst>
              <a:ext uri="{FF2B5EF4-FFF2-40B4-BE49-F238E27FC236}">
                <a16:creationId xmlns:a16="http://schemas.microsoft.com/office/drawing/2014/main" id="{0B5E541F-D762-7145-AA40-87D0D4FFC4A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28353" y="977937"/>
            <a:ext cx="772542" cy="772542"/>
          </a:xfrm>
          <a:prstGeom prst="rect">
            <a:avLst/>
          </a:prstGeom>
        </p:spPr>
      </p:pic>
      <p:pic>
        <p:nvPicPr>
          <p:cNvPr id="9" name="Graphic 8">
            <a:extLst>
              <a:ext uri="{FF2B5EF4-FFF2-40B4-BE49-F238E27FC236}">
                <a16:creationId xmlns:a16="http://schemas.microsoft.com/office/drawing/2014/main" id="{22B7184B-29E7-174E-9B8B-138D6CCD887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628495" y="2048068"/>
            <a:ext cx="772542" cy="772542"/>
          </a:xfrm>
          <a:prstGeom prst="rect">
            <a:avLst/>
          </a:prstGeom>
        </p:spPr>
      </p:pic>
      <p:pic>
        <p:nvPicPr>
          <p:cNvPr id="11" name="Graphic 10">
            <a:extLst>
              <a:ext uri="{FF2B5EF4-FFF2-40B4-BE49-F238E27FC236}">
                <a16:creationId xmlns:a16="http://schemas.microsoft.com/office/drawing/2014/main" id="{643DDC8C-662D-B748-BDE5-E42C06199E5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40722" y="977937"/>
            <a:ext cx="772542" cy="772542"/>
          </a:xfrm>
          <a:prstGeom prst="rect">
            <a:avLst/>
          </a:prstGeom>
        </p:spPr>
      </p:pic>
      <p:pic>
        <p:nvPicPr>
          <p:cNvPr id="13" name="Graphic 12">
            <a:extLst>
              <a:ext uri="{FF2B5EF4-FFF2-40B4-BE49-F238E27FC236}">
                <a16:creationId xmlns:a16="http://schemas.microsoft.com/office/drawing/2014/main" id="{BD1BE53C-0310-384A-957D-2BDD242A52E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440722" y="2048068"/>
            <a:ext cx="772542" cy="772542"/>
          </a:xfrm>
          <a:prstGeom prst="rect">
            <a:avLst/>
          </a:prstGeom>
        </p:spPr>
      </p:pic>
      <p:pic>
        <p:nvPicPr>
          <p:cNvPr id="15" name="Graphic 14">
            <a:extLst>
              <a:ext uri="{FF2B5EF4-FFF2-40B4-BE49-F238E27FC236}">
                <a16:creationId xmlns:a16="http://schemas.microsoft.com/office/drawing/2014/main" id="{95C16861-38F7-6C44-99BE-3B27AFF715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440722" y="3118199"/>
            <a:ext cx="772542" cy="772542"/>
          </a:xfrm>
          <a:prstGeom prst="rect">
            <a:avLst/>
          </a:prstGeom>
        </p:spPr>
      </p:pic>
      <p:pic>
        <p:nvPicPr>
          <p:cNvPr id="17" name="Graphic 16">
            <a:extLst>
              <a:ext uri="{FF2B5EF4-FFF2-40B4-BE49-F238E27FC236}">
                <a16:creationId xmlns:a16="http://schemas.microsoft.com/office/drawing/2014/main" id="{15D0AB5D-02E4-394B-B0CC-869251AF112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0722" y="4188330"/>
            <a:ext cx="772542" cy="772542"/>
          </a:xfrm>
          <a:prstGeom prst="rect">
            <a:avLst/>
          </a:prstGeom>
        </p:spPr>
      </p:pic>
      <p:pic>
        <p:nvPicPr>
          <p:cNvPr id="19" name="Graphic 18">
            <a:extLst>
              <a:ext uri="{FF2B5EF4-FFF2-40B4-BE49-F238E27FC236}">
                <a16:creationId xmlns:a16="http://schemas.microsoft.com/office/drawing/2014/main" id="{6886240F-3CC8-4A4D-8AC8-3077B0EB9A7D}"/>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440722" y="5258462"/>
            <a:ext cx="772542" cy="772542"/>
          </a:xfrm>
          <a:prstGeom prst="rect">
            <a:avLst/>
          </a:prstGeom>
        </p:spPr>
      </p:pic>
      <p:pic>
        <p:nvPicPr>
          <p:cNvPr id="21" name="Graphic 20">
            <a:extLst>
              <a:ext uri="{FF2B5EF4-FFF2-40B4-BE49-F238E27FC236}">
                <a16:creationId xmlns:a16="http://schemas.microsoft.com/office/drawing/2014/main" id="{CC724B81-EF8B-564B-9AC9-7B521245482E}"/>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099849" y="977937"/>
            <a:ext cx="963102" cy="772542"/>
          </a:xfrm>
          <a:prstGeom prst="rect">
            <a:avLst/>
          </a:prstGeom>
        </p:spPr>
      </p:pic>
      <p:pic>
        <p:nvPicPr>
          <p:cNvPr id="23" name="Graphic 22">
            <a:extLst>
              <a:ext uri="{FF2B5EF4-FFF2-40B4-BE49-F238E27FC236}">
                <a16:creationId xmlns:a16="http://schemas.microsoft.com/office/drawing/2014/main" id="{8B253E46-1118-F847-981C-F7ADA754D5C2}"/>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3099849" y="2048068"/>
            <a:ext cx="963102" cy="772542"/>
          </a:xfrm>
          <a:prstGeom prst="rect">
            <a:avLst/>
          </a:prstGeom>
        </p:spPr>
      </p:pic>
      <p:pic>
        <p:nvPicPr>
          <p:cNvPr id="25" name="Graphic 24">
            <a:extLst>
              <a:ext uri="{FF2B5EF4-FFF2-40B4-BE49-F238E27FC236}">
                <a16:creationId xmlns:a16="http://schemas.microsoft.com/office/drawing/2014/main" id="{657A3D0F-908E-954D-940F-DBEF612DB313}"/>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099849" y="3118199"/>
            <a:ext cx="963102" cy="772542"/>
          </a:xfrm>
          <a:prstGeom prst="rect">
            <a:avLst/>
          </a:prstGeom>
        </p:spPr>
      </p:pic>
      <p:pic>
        <p:nvPicPr>
          <p:cNvPr id="27" name="Graphic 26">
            <a:extLst>
              <a:ext uri="{FF2B5EF4-FFF2-40B4-BE49-F238E27FC236}">
                <a16:creationId xmlns:a16="http://schemas.microsoft.com/office/drawing/2014/main" id="{0BE6DBA6-CB0F-034D-A7BA-41062909F86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099849" y="4188330"/>
            <a:ext cx="963102" cy="772542"/>
          </a:xfrm>
          <a:prstGeom prst="rect">
            <a:avLst/>
          </a:prstGeom>
        </p:spPr>
      </p:pic>
      <p:pic>
        <p:nvPicPr>
          <p:cNvPr id="29" name="Graphic 28">
            <a:extLst>
              <a:ext uri="{FF2B5EF4-FFF2-40B4-BE49-F238E27FC236}">
                <a16:creationId xmlns:a16="http://schemas.microsoft.com/office/drawing/2014/main" id="{6BD94EA6-9356-1340-A0F5-78C5EE11959E}"/>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3001993" y="5258462"/>
            <a:ext cx="1158814" cy="772542"/>
          </a:xfrm>
          <a:prstGeom prst="rect">
            <a:avLst/>
          </a:prstGeom>
        </p:spPr>
      </p:pic>
      <p:pic>
        <p:nvPicPr>
          <p:cNvPr id="31" name="Graphic 30">
            <a:extLst>
              <a:ext uri="{FF2B5EF4-FFF2-40B4-BE49-F238E27FC236}">
                <a16:creationId xmlns:a16="http://schemas.microsoft.com/office/drawing/2014/main" id="{7A30C63E-B63B-254B-8CF8-D5E58418F5C8}"/>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6628495" y="5258462"/>
            <a:ext cx="772542" cy="772542"/>
          </a:xfrm>
          <a:prstGeom prst="rect">
            <a:avLst/>
          </a:prstGeom>
        </p:spPr>
      </p:pic>
      <p:pic>
        <p:nvPicPr>
          <p:cNvPr id="33" name="Graphic 32">
            <a:extLst>
              <a:ext uri="{FF2B5EF4-FFF2-40B4-BE49-F238E27FC236}">
                <a16:creationId xmlns:a16="http://schemas.microsoft.com/office/drawing/2014/main" id="{18874B1B-F472-6A4D-8019-0F93CEC00F03}"/>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7833955" y="2048068"/>
            <a:ext cx="772542" cy="772542"/>
          </a:xfrm>
          <a:prstGeom prst="rect">
            <a:avLst/>
          </a:prstGeom>
        </p:spPr>
      </p:pic>
      <p:pic>
        <p:nvPicPr>
          <p:cNvPr id="35" name="Graphic 34">
            <a:extLst>
              <a:ext uri="{FF2B5EF4-FFF2-40B4-BE49-F238E27FC236}">
                <a16:creationId xmlns:a16="http://schemas.microsoft.com/office/drawing/2014/main" id="{7E241264-BABB-9D42-A12E-FDD91708C290}"/>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7833955" y="5258462"/>
            <a:ext cx="772542" cy="772542"/>
          </a:xfrm>
          <a:prstGeom prst="rect">
            <a:avLst/>
          </a:prstGeom>
        </p:spPr>
      </p:pic>
      <p:pic>
        <p:nvPicPr>
          <p:cNvPr id="37" name="Graphic 36">
            <a:extLst>
              <a:ext uri="{FF2B5EF4-FFF2-40B4-BE49-F238E27FC236}">
                <a16:creationId xmlns:a16="http://schemas.microsoft.com/office/drawing/2014/main" id="{B04D6441-6193-0D41-918B-39B7D499389C}"/>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9039415" y="3118199"/>
            <a:ext cx="772542" cy="772542"/>
          </a:xfrm>
          <a:prstGeom prst="rect">
            <a:avLst/>
          </a:prstGeom>
        </p:spPr>
      </p:pic>
      <p:pic>
        <p:nvPicPr>
          <p:cNvPr id="39" name="Graphic 38">
            <a:extLst>
              <a:ext uri="{FF2B5EF4-FFF2-40B4-BE49-F238E27FC236}">
                <a16:creationId xmlns:a16="http://schemas.microsoft.com/office/drawing/2014/main" id="{94C96104-7B94-024F-A3A4-443539D764DE}"/>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10246374" y="3118199"/>
            <a:ext cx="772542" cy="772542"/>
          </a:xfrm>
          <a:prstGeom prst="rect">
            <a:avLst/>
          </a:prstGeom>
        </p:spPr>
      </p:pic>
      <p:pic>
        <p:nvPicPr>
          <p:cNvPr id="41" name="Graphic 40">
            <a:extLst>
              <a:ext uri="{FF2B5EF4-FFF2-40B4-BE49-F238E27FC236}">
                <a16:creationId xmlns:a16="http://schemas.microsoft.com/office/drawing/2014/main" id="{8C337610-445E-A148-8AA3-4B366134FC82}"/>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7833955" y="4188330"/>
            <a:ext cx="772542" cy="772542"/>
          </a:xfrm>
          <a:prstGeom prst="rect">
            <a:avLst/>
          </a:prstGeom>
        </p:spPr>
      </p:pic>
      <p:pic>
        <p:nvPicPr>
          <p:cNvPr id="43" name="Graphic 42">
            <a:extLst>
              <a:ext uri="{FF2B5EF4-FFF2-40B4-BE49-F238E27FC236}">
                <a16:creationId xmlns:a16="http://schemas.microsoft.com/office/drawing/2014/main" id="{D63A3465-2183-4542-9FA9-74F0D0A7419C}"/>
              </a:ext>
            </a:extLst>
          </p:cNvPr>
          <p:cNvPicPr>
            <a:picLocks noChangeAspect="1"/>
          </p:cNvPicPr>
          <p:nvPr userDrawn="1"/>
        </p:nvPicPr>
        <p:blipFill rotWithShape="1">
          <a:blip r:embed="rId38">
            <a:extLst>
              <a:ext uri="{96DAC541-7B7A-43D3-8B79-37D633B846F1}">
                <asvg:svgBlip xmlns:asvg="http://schemas.microsoft.com/office/drawing/2016/SVG/main" r:embed="rId39"/>
              </a:ext>
            </a:extLst>
          </a:blip>
          <a:srcRect t="92" b="-6778"/>
          <a:stretch/>
        </p:blipFill>
        <p:spPr>
          <a:xfrm>
            <a:off x="5327755" y="5206814"/>
            <a:ext cx="963102" cy="824190"/>
          </a:xfrm>
          <a:prstGeom prst="rect">
            <a:avLst/>
          </a:prstGeom>
        </p:spPr>
      </p:pic>
      <p:pic>
        <p:nvPicPr>
          <p:cNvPr id="45" name="Graphic 44">
            <a:extLst>
              <a:ext uri="{FF2B5EF4-FFF2-40B4-BE49-F238E27FC236}">
                <a16:creationId xmlns:a16="http://schemas.microsoft.com/office/drawing/2014/main" id="{2383F124-CEDD-824B-B145-EB189BB73E26}"/>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6628495" y="4188330"/>
            <a:ext cx="772542" cy="772542"/>
          </a:xfrm>
          <a:prstGeom prst="rect">
            <a:avLst/>
          </a:prstGeom>
        </p:spPr>
      </p:pic>
      <p:pic>
        <p:nvPicPr>
          <p:cNvPr id="47" name="Graphic 46">
            <a:extLst>
              <a:ext uri="{FF2B5EF4-FFF2-40B4-BE49-F238E27FC236}">
                <a16:creationId xmlns:a16="http://schemas.microsoft.com/office/drawing/2014/main" id="{CADAFE4D-A756-954D-A3EC-0F5AF7C7F565}"/>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6628637" y="3118199"/>
            <a:ext cx="773758" cy="773758"/>
          </a:xfrm>
          <a:prstGeom prst="rect">
            <a:avLst/>
          </a:prstGeom>
        </p:spPr>
      </p:pic>
      <p:pic>
        <p:nvPicPr>
          <p:cNvPr id="49" name="Graphic 48">
            <a:extLst>
              <a:ext uri="{FF2B5EF4-FFF2-40B4-BE49-F238E27FC236}">
                <a16:creationId xmlns:a16="http://schemas.microsoft.com/office/drawing/2014/main" id="{BD51EF80-9800-1241-AB94-6C93BA1A427F}"/>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039415" y="5258462"/>
            <a:ext cx="772542" cy="772542"/>
          </a:xfrm>
          <a:prstGeom prst="rect">
            <a:avLst/>
          </a:prstGeom>
        </p:spPr>
      </p:pic>
      <p:pic>
        <p:nvPicPr>
          <p:cNvPr id="51" name="Graphic 50">
            <a:extLst>
              <a:ext uri="{FF2B5EF4-FFF2-40B4-BE49-F238E27FC236}">
                <a16:creationId xmlns:a16="http://schemas.microsoft.com/office/drawing/2014/main" id="{A5B71888-9B21-4746-BB2E-1D133CE1C815}"/>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9039415" y="4188330"/>
            <a:ext cx="772542" cy="772542"/>
          </a:xfrm>
          <a:prstGeom prst="rect">
            <a:avLst/>
          </a:prstGeom>
        </p:spPr>
      </p:pic>
      <p:pic>
        <p:nvPicPr>
          <p:cNvPr id="55" name="Graphic 54">
            <a:extLst>
              <a:ext uri="{FF2B5EF4-FFF2-40B4-BE49-F238E27FC236}">
                <a16:creationId xmlns:a16="http://schemas.microsoft.com/office/drawing/2014/main" id="{1A3FEC7A-17FA-8849-92FF-BCD6FB017B82}"/>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5423035" y="2048068"/>
            <a:ext cx="772542" cy="772542"/>
          </a:xfrm>
          <a:prstGeom prst="rect">
            <a:avLst/>
          </a:prstGeom>
        </p:spPr>
      </p:pic>
      <p:pic>
        <p:nvPicPr>
          <p:cNvPr id="57" name="Graphic 56">
            <a:extLst>
              <a:ext uri="{FF2B5EF4-FFF2-40B4-BE49-F238E27FC236}">
                <a16:creationId xmlns:a16="http://schemas.microsoft.com/office/drawing/2014/main" id="{BC3C8BAD-93FF-FC44-AE72-99C69EE936C5}"/>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7833955" y="3118199"/>
            <a:ext cx="772542" cy="772542"/>
          </a:xfrm>
          <a:prstGeom prst="rect">
            <a:avLst/>
          </a:prstGeom>
        </p:spPr>
      </p:pic>
      <p:pic>
        <p:nvPicPr>
          <p:cNvPr id="59" name="Graphic 58">
            <a:extLst>
              <a:ext uri="{FF2B5EF4-FFF2-40B4-BE49-F238E27FC236}">
                <a16:creationId xmlns:a16="http://schemas.microsoft.com/office/drawing/2014/main" id="{67458ADB-3DBD-854C-90D5-D79AE5AF3A07}"/>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10246374" y="2048068"/>
            <a:ext cx="772542" cy="772542"/>
          </a:xfrm>
          <a:prstGeom prst="rect">
            <a:avLst/>
          </a:prstGeom>
        </p:spPr>
      </p:pic>
      <p:pic>
        <p:nvPicPr>
          <p:cNvPr id="61" name="Graphic 60">
            <a:extLst>
              <a:ext uri="{FF2B5EF4-FFF2-40B4-BE49-F238E27FC236}">
                <a16:creationId xmlns:a16="http://schemas.microsoft.com/office/drawing/2014/main" id="{7CE75A23-AD48-9B42-93CC-9427F192934A}"/>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5423035" y="3118199"/>
            <a:ext cx="772542" cy="772542"/>
          </a:xfrm>
          <a:prstGeom prst="rect">
            <a:avLst/>
          </a:prstGeom>
        </p:spPr>
      </p:pic>
      <p:pic>
        <p:nvPicPr>
          <p:cNvPr id="63" name="Graphic 62">
            <a:extLst>
              <a:ext uri="{FF2B5EF4-FFF2-40B4-BE49-F238E27FC236}">
                <a16:creationId xmlns:a16="http://schemas.microsoft.com/office/drawing/2014/main" id="{9D98B2A0-B5FD-8C42-92C9-716FFCA2946B}"/>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5423035" y="4188330"/>
            <a:ext cx="772542" cy="772542"/>
          </a:xfrm>
          <a:prstGeom prst="rect">
            <a:avLst/>
          </a:prstGeom>
        </p:spPr>
      </p:pic>
      <p:pic>
        <p:nvPicPr>
          <p:cNvPr id="71" name="Graphic 70">
            <a:extLst>
              <a:ext uri="{FF2B5EF4-FFF2-40B4-BE49-F238E27FC236}">
                <a16:creationId xmlns:a16="http://schemas.microsoft.com/office/drawing/2014/main" id="{5067ADDE-9F85-E248-BA89-47315FEAD36B}"/>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9039557" y="2048068"/>
            <a:ext cx="773758" cy="773758"/>
          </a:xfrm>
          <a:prstGeom prst="rect">
            <a:avLst/>
          </a:prstGeom>
        </p:spPr>
      </p:pic>
      <p:sp>
        <p:nvSpPr>
          <p:cNvPr id="72" name="Title 1">
            <a:extLst>
              <a:ext uri="{FF2B5EF4-FFF2-40B4-BE49-F238E27FC236}">
                <a16:creationId xmlns:a16="http://schemas.microsoft.com/office/drawing/2014/main" id="{179A0531-920A-1D4A-AC8A-1D74BC56F48B}"/>
              </a:ext>
            </a:extLst>
          </p:cNvPr>
          <p:cNvSpPr txBox="1">
            <a:spLocks/>
          </p:cNvSpPr>
          <p:nvPr userDrawn="1"/>
        </p:nvSpPr>
        <p:spPr>
          <a:xfrm>
            <a:off x="360000" y="375226"/>
            <a:ext cx="11472000" cy="36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GB" b="0" i="0">
                <a:latin typeface="Raleway" pitchFamily="2" charset="77"/>
              </a:rPr>
              <a:t>Hand icons</a:t>
            </a:r>
          </a:p>
        </p:txBody>
      </p:sp>
      <p:sp>
        <p:nvSpPr>
          <p:cNvPr id="76" name="Title 1">
            <a:extLst>
              <a:ext uri="{FF2B5EF4-FFF2-40B4-BE49-F238E27FC236}">
                <a16:creationId xmlns:a16="http://schemas.microsoft.com/office/drawing/2014/main" id="{836778EC-C975-154C-9DF6-98672C6EEA12}"/>
              </a:ext>
            </a:extLst>
          </p:cNvPr>
          <p:cNvSpPr txBox="1">
            <a:spLocks/>
          </p:cNvSpPr>
          <p:nvPr userDrawn="1"/>
        </p:nvSpPr>
        <p:spPr>
          <a:xfrm>
            <a:off x="5327755" y="2820610"/>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Point</a:t>
            </a:r>
          </a:p>
        </p:txBody>
      </p:sp>
      <p:sp>
        <p:nvSpPr>
          <p:cNvPr id="78" name="Title 1">
            <a:extLst>
              <a:ext uri="{FF2B5EF4-FFF2-40B4-BE49-F238E27FC236}">
                <a16:creationId xmlns:a16="http://schemas.microsoft.com/office/drawing/2014/main" id="{180E9027-30DE-514A-B31B-FFA70FA90CD8}"/>
              </a:ext>
            </a:extLst>
          </p:cNvPr>
          <p:cNvSpPr txBox="1">
            <a:spLocks/>
          </p:cNvSpPr>
          <p:nvPr userDrawn="1"/>
        </p:nvSpPr>
        <p:spPr>
          <a:xfrm>
            <a:off x="6533073" y="2820610"/>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Snap</a:t>
            </a:r>
          </a:p>
        </p:txBody>
      </p:sp>
      <p:sp>
        <p:nvSpPr>
          <p:cNvPr id="79" name="Title 1">
            <a:extLst>
              <a:ext uri="{FF2B5EF4-FFF2-40B4-BE49-F238E27FC236}">
                <a16:creationId xmlns:a16="http://schemas.microsoft.com/office/drawing/2014/main" id="{1E17DB5F-DC3C-6A4A-844D-2A18DCDCE95E}"/>
              </a:ext>
            </a:extLst>
          </p:cNvPr>
          <p:cNvSpPr txBox="1">
            <a:spLocks/>
          </p:cNvSpPr>
          <p:nvPr userDrawn="1"/>
        </p:nvSpPr>
        <p:spPr>
          <a:xfrm>
            <a:off x="7738391" y="2820610"/>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Call</a:t>
            </a:r>
          </a:p>
        </p:txBody>
      </p:sp>
      <p:sp>
        <p:nvSpPr>
          <p:cNvPr id="80" name="Title 1">
            <a:extLst>
              <a:ext uri="{FF2B5EF4-FFF2-40B4-BE49-F238E27FC236}">
                <a16:creationId xmlns:a16="http://schemas.microsoft.com/office/drawing/2014/main" id="{2EF162E4-B71E-0745-9409-4EF87967DA09}"/>
              </a:ext>
            </a:extLst>
          </p:cNvPr>
          <p:cNvSpPr txBox="1">
            <a:spLocks/>
          </p:cNvSpPr>
          <p:nvPr userDrawn="1"/>
        </p:nvSpPr>
        <p:spPr>
          <a:xfrm>
            <a:off x="8944135" y="2820610"/>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Peace</a:t>
            </a:r>
          </a:p>
        </p:txBody>
      </p:sp>
      <p:sp>
        <p:nvSpPr>
          <p:cNvPr id="81" name="Title 1">
            <a:extLst>
              <a:ext uri="{FF2B5EF4-FFF2-40B4-BE49-F238E27FC236}">
                <a16:creationId xmlns:a16="http://schemas.microsoft.com/office/drawing/2014/main" id="{1DFF26A3-6D50-F14B-95CB-8FA8118ECCCC}"/>
              </a:ext>
            </a:extLst>
          </p:cNvPr>
          <p:cNvSpPr txBox="1">
            <a:spLocks/>
          </p:cNvSpPr>
          <p:nvPr userDrawn="1"/>
        </p:nvSpPr>
        <p:spPr>
          <a:xfrm>
            <a:off x="10149595" y="2820610"/>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Secret</a:t>
            </a:r>
          </a:p>
        </p:txBody>
      </p:sp>
      <p:sp>
        <p:nvSpPr>
          <p:cNvPr id="82" name="Title 1">
            <a:extLst>
              <a:ext uri="{FF2B5EF4-FFF2-40B4-BE49-F238E27FC236}">
                <a16:creationId xmlns:a16="http://schemas.microsoft.com/office/drawing/2014/main" id="{20D48111-EED8-5E4C-8BED-E0CD976F0BB7}"/>
              </a:ext>
            </a:extLst>
          </p:cNvPr>
          <p:cNvSpPr txBox="1">
            <a:spLocks/>
          </p:cNvSpPr>
          <p:nvPr userDrawn="1"/>
        </p:nvSpPr>
        <p:spPr>
          <a:xfrm>
            <a:off x="5327755" y="3886615"/>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Stop</a:t>
            </a:r>
          </a:p>
        </p:txBody>
      </p:sp>
      <p:sp>
        <p:nvSpPr>
          <p:cNvPr id="83" name="Title 1">
            <a:extLst>
              <a:ext uri="{FF2B5EF4-FFF2-40B4-BE49-F238E27FC236}">
                <a16:creationId xmlns:a16="http://schemas.microsoft.com/office/drawing/2014/main" id="{DFEDBD36-3F77-F841-BC75-1EE6D2F2615A}"/>
              </a:ext>
            </a:extLst>
          </p:cNvPr>
          <p:cNvSpPr txBox="1">
            <a:spLocks/>
          </p:cNvSpPr>
          <p:nvPr userDrawn="1"/>
        </p:nvSpPr>
        <p:spPr>
          <a:xfrm>
            <a:off x="6533073" y="3886615"/>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Hand wave</a:t>
            </a:r>
          </a:p>
        </p:txBody>
      </p:sp>
      <p:sp>
        <p:nvSpPr>
          <p:cNvPr id="84" name="Title 1">
            <a:extLst>
              <a:ext uri="{FF2B5EF4-FFF2-40B4-BE49-F238E27FC236}">
                <a16:creationId xmlns:a16="http://schemas.microsoft.com/office/drawing/2014/main" id="{58543F10-DFC8-5E40-B4D2-AFDD9F3738DE}"/>
              </a:ext>
            </a:extLst>
          </p:cNvPr>
          <p:cNvSpPr txBox="1">
            <a:spLocks/>
          </p:cNvSpPr>
          <p:nvPr userDrawn="1"/>
        </p:nvSpPr>
        <p:spPr>
          <a:xfrm>
            <a:off x="7738391" y="3886615"/>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Rock on</a:t>
            </a:r>
          </a:p>
        </p:txBody>
      </p:sp>
      <p:sp>
        <p:nvSpPr>
          <p:cNvPr id="85" name="Title 1">
            <a:extLst>
              <a:ext uri="{FF2B5EF4-FFF2-40B4-BE49-F238E27FC236}">
                <a16:creationId xmlns:a16="http://schemas.microsoft.com/office/drawing/2014/main" id="{49AFE7E6-AF51-9143-94C1-993C9654F9DB}"/>
              </a:ext>
            </a:extLst>
          </p:cNvPr>
          <p:cNvSpPr txBox="1">
            <a:spLocks/>
          </p:cNvSpPr>
          <p:nvPr userDrawn="1"/>
        </p:nvSpPr>
        <p:spPr>
          <a:xfrm>
            <a:off x="8944135" y="3886615"/>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Fist bump right</a:t>
            </a:r>
          </a:p>
        </p:txBody>
      </p:sp>
      <p:sp>
        <p:nvSpPr>
          <p:cNvPr id="86" name="Title 1">
            <a:extLst>
              <a:ext uri="{FF2B5EF4-FFF2-40B4-BE49-F238E27FC236}">
                <a16:creationId xmlns:a16="http://schemas.microsoft.com/office/drawing/2014/main" id="{CAAEEE23-C653-EE4E-825F-A6A5D401AADA}"/>
              </a:ext>
            </a:extLst>
          </p:cNvPr>
          <p:cNvSpPr txBox="1">
            <a:spLocks/>
          </p:cNvSpPr>
          <p:nvPr userDrawn="1"/>
        </p:nvSpPr>
        <p:spPr>
          <a:xfrm>
            <a:off x="10149595" y="3886615"/>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Fist bump up</a:t>
            </a:r>
          </a:p>
        </p:txBody>
      </p:sp>
      <p:sp>
        <p:nvSpPr>
          <p:cNvPr id="87" name="Title 1">
            <a:extLst>
              <a:ext uri="{FF2B5EF4-FFF2-40B4-BE49-F238E27FC236}">
                <a16:creationId xmlns:a16="http://schemas.microsoft.com/office/drawing/2014/main" id="{DDD5EF52-ABF8-9943-9723-0DC5F18F4005}"/>
              </a:ext>
            </a:extLst>
          </p:cNvPr>
          <p:cNvSpPr txBox="1">
            <a:spLocks/>
          </p:cNvSpPr>
          <p:nvPr userDrawn="1"/>
        </p:nvSpPr>
        <p:spPr>
          <a:xfrm>
            <a:off x="5327755" y="4905994"/>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Thumbs up</a:t>
            </a:r>
          </a:p>
        </p:txBody>
      </p:sp>
      <p:sp>
        <p:nvSpPr>
          <p:cNvPr id="88" name="Title 1">
            <a:extLst>
              <a:ext uri="{FF2B5EF4-FFF2-40B4-BE49-F238E27FC236}">
                <a16:creationId xmlns:a16="http://schemas.microsoft.com/office/drawing/2014/main" id="{ACA79D2B-6ABD-5149-BC00-AC781C54F04B}"/>
              </a:ext>
            </a:extLst>
          </p:cNvPr>
          <p:cNvSpPr txBox="1">
            <a:spLocks/>
          </p:cNvSpPr>
          <p:nvPr userDrawn="1"/>
        </p:nvSpPr>
        <p:spPr>
          <a:xfrm>
            <a:off x="6533073" y="4905994"/>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Hand under</a:t>
            </a:r>
          </a:p>
        </p:txBody>
      </p:sp>
      <p:sp>
        <p:nvSpPr>
          <p:cNvPr id="89" name="Title 1">
            <a:extLst>
              <a:ext uri="{FF2B5EF4-FFF2-40B4-BE49-F238E27FC236}">
                <a16:creationId xmlns:a16="http://schemas.microsoft.com/office/drawing/2014/main" id="{1F59BA7E-B339-F247-A0D4-D3E4AAC892C7}"/>
              </a:ext>
            </a:extLst>
          </p:cNvPr>
          <p:cNvSpPr txBox="1">
            <a:spLocks/>
          </p:cNvSpPr>
          <p:nvPr userDrawn="1"/>
        </p:nvSpPr>
        <p:spPr>
          <a:xfrm>
            <a:off x="7738391" y="4905994"/>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Hand over</a:t>
            </a:r>
          </a:p>
        </p:txBody>
      </p:sp>
      <p:sp>
        <p:nvSpPr>
          <p:cNvPr id="90" name="Title 1">
            <a:extLst>
              <a:ext uri="{FF2B5EF4-FFF2-40B4-BE49-F238E27FC236}">
                <a16:creationId xmlns:a16="http://schemas.microsoft.com/office/drawing/2014/main" id="{6E445B2D-AEFD-744E-BDF7-D23D7F472203}"/>
              </a:ext>
            </a:extLst>
          </p:cNvPr>
          <p:cNvSpPr txBox="1">
            <a:spLocks/>
          </p:cNvSpPr>
          <p:nvPr userDrawn="1"/>
        </p:nvSpPr>
        <p:spPr>
          <a:xfrm>
            <a:off x="8944135" y="4905994"/>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Okay</a:t>
            </a:r>
          </a:p>
        </p:txBody>
      </p:sp>
      <p:sp>
        <p:nvSpPr>
          <p:cNvPr id="92" name="Title 1">
            <a:extLst>
              <a:ext uri="{FF2B5EF4-FFF2-40B4-BE49-F238E27FC236}">
                <a16:creationId xmlns:a16="http://schemas.microsoft.com/office/drawing/2014/main" id="{0044A9DF-EE9B-104C-A76F-F8B5A5451E6C}"/>
              </a:ext>
            </a:extLst>
          </p:cNvPr>
          <p:cNvSpPr txBox="1">
            <a:spLocks/>
          </p:cNvSpPr>
          <p:nvPr userDrawn="1"/>
        </p:nvSpPr>
        <p:spPr>
          <a:xfrm>
            <a:off x="5327755" y="6082652"/>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Hand praise</a:t>
            </a:r>
          </a:p>
        </p:txBody>
      </p:sp>
      <p:sp>
        <p:nvSpPr>
          <p:cNvPr id="93" name="Title 1">
            <a:extLst>
              <a:ext uri="{FF2B5EF4-FFF2-40B4-BE49-F238E27FC236}">
                <a16:creationId xmlns:a16="http://schemas.microsoft.com/office/drawing/2014/main" id="{E139D0AC-C41E-F645-A13D-2D7F0C066624}"/>
              </a:ext>
            </a:extLst>
          </p:cNvPr>
          <p:cNvSpPr txBox="1">
            <a:spLocks/>
          </p:cNvSpPr>
          <p:nvPr userDrawn="1"/>
        </p:nvSpPr>
        <p:spPr>
          <a:xfrm>
            <a:off x="6533073" y="6082652"/>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Applause</a:t>
            </a:r>
          </a:p>
        </p:txBody>
      </p:sp>
      <p:sp>
        <p:nvSpPr>
          <p:cNvPr id="94" name="Title 1">
            <a:extLst>
              <a:ext uri="{FF2B5EF4-FFF2-40B4-BE49-F238E27FC236}">
                <a16:creationId xmlns:a16="http://schemas.microsoft.com/office/drawing/2014/main" id="{7CD53910-0F91-1C42-80B7-7EC09958D314}"/>
              </a:ext>
            </a:extLst>
          </p:cNvPr>
          <p:cNvSpPr txBox="1">
            <a:spLocks/>
          </p:cNvSpPr>
          <p:nvPr userDrawn="1"/>
        </p:nvSpPr>
        <p:spPr>
          <a:xfrm>
            <a:off x="7738391" y="6082652"/>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Fingers crossed</a:t>
            </a:r>
          </a:p>
        </p:txBody>
      </p:sp>
      <p:sp>
        <p:nvSpPr>
          <p:cNvPr id="95" name="Title 1">
            <a:extLst>
              <a:ext uri="{FF2B5EF4-FFF2-40B4-BE49-F238E27FC236}">
                <a16:creationId xmlns:a16="http://schemas.microsoft.com/office/drawing/2014/main" id="{FD97D1DC-D522-A644-B184-83B88D92491D}"/>
              </a:ext>
            </a:extLst>
          </p:cNvPr>
          <p:cNvSpPr txBox="1">
            <a:spLocks/>
          </p:cNvSpPr>
          <p:nvPr userDrawn="1"/>
        </p:nvSpPr>
        <p:spPr>
          <a:xfrm>
            <a:off x="8944135" y="6082652"/>
            <a:ext cx="963102" cy="2459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lgn="ctr"/>
            <a:r>
              <a:rPr lang="en-GB" sz="900" b="0" i="0">
                <a:latin typeface="Raleway" pitchFamily="2" charset="77"/>
              </a:rPr>
              <a:t>Middle finger</a:t>
            </a:r>
          </a:p>
        </p:txBody>
      </p:sp>
      <p:pic>
        <p:nvPicPr>
          <p:cNvPr id="97" name="Graphic 96">
            <a:extLst>
              <a:ext uri="{FF2B5EF4-FFF2-40B4-BE49-F238E27FC236}">
                <a16:creationId xmlns:a16="http://schemas.microsoft.com/office/drawing/2014/main" id="{6B90968F-C86E-F74A-A575-FEA35F22C49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423035" y="977937"/>
            <a:ext cx="772542" cy="772542"/>
          </a:xfrm>
          <a:prstGeom prst="rect">
            <a:avLst/>
          </a:prstGeom>
        </p:spPr>
      </p:pic>
      <p:sp>
        <p:nvSpPr>
          <p:cNvPr id="104" name="Rectangle 103">
            <a:extLst>
              <a:ext uri="{FF2B5EF4-FFF2-40B4-BE49-F238E27FC236}">
                <a16:creationId xmlns:a16="http://schemas.microsoft.com/office/drawing/2014/main" id="{E938E508-3901-2D47-82F5-423251B56DAD}"/>
              </a:ext>
            </a:extLst>
          </p:cNvPr>
          <p:cNvSpPr/>
          <p:nvPr userDrawn="1"/>
        </p:nvSpPr>
        <p:spPr>
          <a:xfrm>
            <a:off x="7833955" y="977937"/>
            <a:ext cx="772542" cy="772542"/>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pic>
        <p:nvPicPr>
          <p:cNvPr id="105" name="Graphic 104">
            <a:extLst>
              <a:ext uri="{FF2B5EF4-FFF2-40B4-BE49-F238E27FC236}">
                <a16:creationId xmlns:a16="http://schemas.microsoft.com/office/drawing/2014/main" id="{F3CA6364-3F99-9645-80D4-1C514ECE25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33955" y="977937"/>
            <a:ext cx="772542" cy="772542"/>
          </a:xfrm>
          <a:prstGeom prst="rect">
            <a:avLst/>
          </a:prstGeom>
        </p:spPr>
      </p:pic>
      <p:sp>
        <p:nvSpPr>
          <p:cNvPr id="106" name="Rectangle 105">
            <a:extLst>
              <a:ext uri="{FF2B5EF4-FFF2-40B4-BE49-F238E27FC236}">
                <a16:creationId xmlns:a16="http://schemas.microsoft.com/office/drawing/2014/main" id="{C6D6C5DD-CF0E-3B45-BFFC-F800435B473D}"/>
              </a:ext>
            </a:extLst>
          </p:cNvPr>
          <p:cNvSpPr/>
          <p:nvPr userDrawn="1"/>
        </p:nvSpPr>
        <p:spPr>
          <a:xfrm>
            <a:off x="9039415" y="977937"/>
            <a:ext cx="772542" cy="772542"/>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Raleway" pitchFamily="2" charset="77"/>
            </a:endParaRPr>
          </a:p>
        </p:txBody>
      </p:sp>
      <p:pic>
        <p:nvPicPr>
          <p:cNvPr id="107" name="Graphic 106">
            <a:extLst>
              <a:ext uri="{FF2B5EF4-FFF2-40B4-BE49-F238E27FC236}">
                <a16:creationId xmlns:a16="http://schemas.microsoft.com/office/drawing/2014/main" id="{7D266421-EC68-5648-AFF7-D7485C75228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39415" y="977937"/>
            <a:ext cx="772542" cy="772542"/>
          </a:xfrm>
          <a:prstGeom prst="rect">
            <a:avLst/>
          </a:prstGeom>
        </p:spPr>
      </p:pic>
    </p:spTree>
    <p:extLst>
      <p:ext uri="{BB962C8B-B14F-4D97-AF65-F5344CB8AC3E}">
        <p14:creationId xmlns:p14="http://schemas.microsoft.com/office/powerpoint/2010/main" val="3342356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2EF623D-FE9E-2654-6691-45D3DB1E7A2D}"/>
              </a:ext>
            </a:extLst>
          </p:cNvPr>
          <p:cNvSpPr>
            <a:spLocks noGrp="1"/>
          </p:cNvSpPr>
          <p:nvPr>
            <p:ph type="ctrTitle" hasCustomPrompt="1"/>
          </p:nvPr>
        </p:nvSpPr>
        <p:spPr>
          <a:xfrm>
            <a:off x="575130" y="653862"/>
            <a:ext cx="8718809" cy="815254"/>
          </a:xfrm>
          <a:prstGeom prst="rect">
            <a:avLst/>
          </a:prstGeom>
        </p:spPr>
        <p:txBody>
          <a:bodyPr lIns="0" tIns="0" rIns="0" bIns="0" anchor="t"/>
          <a:lstStyle>
            <a:lvl1pPr algn="l">
              <a:lnSpc>
                <a:spcPts val="5800"/>
              </a:lnSpc>
              <a:defRPr sz="5400" b="1">
                <a:solidFill>
                  <a:schemeClr val="bg1"/>
                </a:solidFill>
                <a:latin typeface="Raleway" panose="020B0503030101060003" pitchFamily="34" charset="77"/>
              </a:defRPr>
            </a:lvl1pPr>
          </a:lstStyle>
          <a:p>
            <a:r>
              <a:rPr lang="en-GB" dirty="0"/>
              <a:t>Title Here</a:t>
            </a:r>
          </a:p>
        </p:txBody>
      </p:sp>
      <p:sp>
        <p:nvSpPr>
          <p:cNvPr id="16" name="Text Placeholder 9">
            <a:extLst>
              <a:ext uri="{FF2B5EF4-FFF2-40B4-BE49-F238E27FC236}">
                <a16:creationId xmlns:a16="http://schemas.microsoft.com/office/drawing/2014/main" id="{4A017AF9-F3C8-ABC6-C88A-3275F1BD68CF}"/>
              </a:ext>
            </a:extLst>
          </p:cNvPr>
          <p:cNvSpPr>
            <a:spLocks noGrp="1"/>
          </p:cNvSpPr>
          <p:nvPr>
            <p:ph type="body" sz="quarter" idx="13" hasCustomPrompt="1"/>
          </p:nvPr>
        </p:nvSpPr>
        <p:spPr>
          <a:xfrm>
            <a:off x="568331" y="1786454"/>
            <a:ext cx="8725608" cy="3313946"/>
          </a:xfrm>
          <a:prstGeom prst="rect">
            <a:avLst/>
          </a:prstGeom>
        </p:spPr>
        <p:txBody>
          <a:bodyPr vert="horz" lIns="0" tIns="0" rIns="0" bIns="0" rtlCol="0" anchor="t">
            <a:noAutofit/>
          </a:bodyPr>
          <a:lstStyle>
            <a:lvl1pPr marL="0" indent="0" algn="l">
              <a:lnSpc>
                <a:spcPts val="2600"/>
              </a:lnSpc>
              <a:buNone/>
              <a:defRPr lang="en-GB" sz="1600" b="0" i="0" dirty="0" smtClean="0">
                <a:solidFill>
                  <a:schemeClr val="bg1"/>
                </a:solidFill>
                <a:latin typeface="Raleway" panose="020B0503030101060003" pitchFamily="34" charset="77"/>
                <a:ea typeface="+mj-ea"/>
                <a:cs typeface="+mj-cs"/>
              </a:defRPr>
            </a:lvl1pPr>
            <a:lvl2pPr>
              <a:defRPr lang="en-GB" dirty="0" smtClean="0"/>
            </a:lvl2pPr>
            <a:lvl3pPr>
              <a:defRPr lang="en-GB" dirty="0" smtClean="0"/>
            </a:lvl3pPr>
            <a:lvl4pPr>
              <a:defRPr lang="en-GB" dirty="0" smtClean="0"/>
            </a:lvl4pPr>
            <a:lvl5pPr>
              <a:defRPr lang="en-GB" dirty="0"/>
            </a:lvl5pPr>
          </a:lstStyle>
          <a:p>
            <a:pPr marL="228600" lvl="0" indent="-228600">
              <a:spcBef>
                <a:spcPct val="0"/>
              </a:spcBef>
            </a:pPr>
            <a:r>
              <a:rPr lang="en-GB" dirty="0"/>
              <a:t>Add content</a:t>
            </a:r>
          </a:p>
        </p:txBody>
      </p:sp>
    </p:spTree>
    <p:extLst>
      <p:ext uri="{BB962C8B-B14F-4D97-AF65-F5344CB8AC3E}">
        <p14:creationId xmlns:p14="http://schemas.microsoft.com/office/powerpoint/2010/main" val="422417627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EC24DA-FEBB-2F4D-83BC-0B201DAFB99B}"/>
              </a:ext>
            </a:extLst>
          </p:cNvPr>
          <p:cNvSpPr>
            <a:spLocks noGrp="1"/>
          </p:cNvSpPr>
          <p:nvPr>
            <p:ph type="title"/>
          </p:nvPr>
        </p:nvSpPr>
        <p:spPr>
          <a:xfrm>
            <a:off x="360000" y="375226"/>
            <a:ext cx="11472000" cy="360000"/>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AA99EEE6-4AE6-9949-A1ED-C8AD2207920F}"/>
              </a:ext>
            </a:extLst>
          </p:cNvPr>
          <p:cNvSpPr>
            <a:spLocks noGrp="1"/>
          </p:cNvSpPr>
          <p:nvPr>
            <p:ph type="body" idx="1"/>
          </p:nvPr>
        </p:nvSpPr>
        <p:spPr>
          <a:xfrm>
            <a:off x="353339" y="1295234"/>
            <a:ext cx="10465156" cy="4351338"/>
          </a:xfrm>
          <a:prstGeom prst="rect">
            <a:avLst/>
          </a:prstGeom>
        </p:spPr>
        <p:txBody>
          <a:bodyPr vert="horz" lIns="0" tIns="0" rIns="0" bIns="0" rtlCol="0" anchor="t">
            <a:noAutofit/>
          </a:bodyPr>
          <a:lstStyle/>
          <a:p>
            <a:pPr lvl="0"/>
            <a:r>
              <a:rPr lang="en-GB"/>
              <a:t>Click to edit Master text styles</a:t>
            </a:r>
          </a:p>
          <a:p>
            <a:pPr lvl="1"/>
            <a:r>
              <a:rPr lang="en-GB"/>
              <a:t>Second level</a:t>
            </a:r>
          </a:p>
        </p:txBody>
      </p:sp>
      <p:sp>
        <p:nvSpPr>
          <p:cNvPr id="4" name="Date Placeholder 3">
            <a:extLst>
              <a:ext uri="{FF2B5EF4-FFF2-40B4-BE49-F238E27FC236}">
                <a16:creationId xmlns:a16="http://schemas.microsoft.com/office/drawing/2014/main" id="{296DAD97-773E-7D46-BF8A-CD40229163FD}"/>
              </a:ext>
            </a:extLst>
          </p:cNvPr>
          <p:cNvSpPr>
            <a:spLocks noGrp="1"/>
          </p:cNvSpPr>
          <p:nvPr>
            <p:ph type="dt" sz="half" idx="2"/>
          </p:nvPr>
        </p:nvSpPr>
        <p:spPr>
          <a:xfrm>
            <a:off x="360000" y="6135782"/>
            <a:ext cx="768561" cy="360000"/>
          </a:xfrm>
          <a:prstGeom prst="rect">
            <a:avLst/>
          </a:prstGeom>
        </p:spPr>
        <p:txBody>
          <a:bodyPr vert="horz" lIns="0" tIns="0" rIns="0" bIns="0" rtlCol="0" anchor="b">
            <a:noAutofit/>
          </a:bodyPr>
          <a:lstStyle>
            <a:lvl1pPr algn="l">
              <a:defRPr sz="700" b="0" i="0">
                <a:solidFill>
                  <a:schemeClr val="accent1"/>
                </a:solidFill>
                <a:latin typeface="Raleway" pitchFamily="2" charset="77"/>
              </a:defRPr>
            </a:lvl1pPr>
          </a:lstStyle>
          <a:p>
            <a:fld id="{BB6A827B-6D33-0B44-AF68-8481F4D31D24}" type="datetime4">
              <a:rPr lang="en-GB" smtClean="0"/>
              <a:pPr/>
              <a:t>09 April 2026</a:t>
            </a:fld>
            <a:endParaRPr lang="en-GB" sz="700"/>
          </a:p>
        </p:txBody>
      </p:sp>
      <p:sp>
        <p:nvSpPr>
          <p:cNvPr id="5" name="Footer Placeholder 4">
            <a:extLst>
              <a:ext uri="{FF2B5EF4-FFF2-40B4-BE49-F238E27FC236}">
                <a16:creationId xmlns:a16="http://schemas.microsoft.com/office/drawing/2014/main" id="{1ECEFABF-1F50-FE4A-88B3-5776618A1232}"/>
              </a:ext>
            </a:extLst>
          </p:cNvPr>
          <p:cNvSpPr>
            <a:spLocks noGrp="1"/>
          </p:cNvSpPr>
          <p:nvPr>
            <p:ph type="ftr" sz="quarter" idx="3"/>
          </p:nvPr>
        </p:nvSpPr>
        <p:spPr>
          <a:xfrm>
            <a:off x="1177289" y="6135782"/>
            <a:ext cx="3118485" cy="360000"/>
          </a:xfrm>
          <a:prstGeom prst="rect">
            <a:avLst/>
          </a:prstGeom>
        </p:spPr>
        <p:txBody>
          <a:bodyPr vert="horz" lIns="0" tIns="0" rIns="0" bIns="0" rtlCol="0" anchor="b">
            <a:noAutofit/>
          </a:bodyPr>
          <a:lstStyle>
            <a:lvl1pPr algn="l">
              <a:defRPr sz="800" b="0" i="0">
                <a:solidFill>
                  <a:schemeClr val="accent1"/>
                </a:solidFill>
                <a:latin typeface="Raleway" pitchFamily="2" charset="77"/>
              </a:defRPr>
            </a:lvl1pPr>
          </a:lstStyle>
          <a:p>
            <a:r>
              <a:rPr lang="en-GB"/>
              <a:t>Confidential</a:t>
            </a:r>
          </a:p>
        </p:txBody>
      </p:sp>
      <p:sp>
        <p:nvSpPr>
          <p:cNvPr id="6" name="Slide Number Placeholder 5">
            <a:extLst>
              <a:ext uri="{FF2B5EF4-FFF2-40B4-BE49-F238E27FC236}">
                <a16:creationId xmlns:a16="http://schemas.microsoft.com/office/drawing/2014/main" id="{F1713198-3DAA-C147-94F8-FAEB43BC56CA}"/>
              </a:ext>
            </a:extLst>
          </p:cNvPr>
          <p:cNvSpPr>
            <a:spLocks noGrp="1"/>
          </p:cNvSpPr>
          <p:nvPr>
            <p:ph type="sldNum" sz="quarter" idx="4"/>
          </p:nvPr>
        </p:nvSpPr>
        <p:spPr>
          <a:xfrm>
            <a:off x="9113838" y="6135782"/>
            <a:ext cx="2743200" cy="360000"/>
          </a:xfrm>
          <a:prstGeom prst="rect">
            <a:avLst/>
          </a:prstGeom>
        </p:spPr>
        <p:txBody>
          <a:bodyPr vert="horz" lIns="0" tIns="0" rIns="0" bIns="0" rtlCol="0" anchor="b">
            <a:noAutofit/>
          </a:bodyPr>
          <a:lstStyle>
            <a:lvl1pPr algn="r">
              <a:defRPr sz="800" b="0" i="0">
                <a:solidFill>
                  <a:schemeClr val="accent1"/>
                </a:solidFill>
                <a:latin typeface="Raleway" pitchFamily="2" charset="77"/>
              </a:defRPr>
            </a:lvl1pPr>
          </a:lstStyle>
          <a:p>
            <a:fld id="{D12734D3-D73F-6A4D-B2B5-DCD15EBB8EEC}" type="slidenum">
              <a:rPr lang="en-GB" smtClean="0"/>
              <a:pPr/>
              <a:t>‹#›</a:t>
            </a:fld>
            <a:endParaRPr lang="en-GB"/>
          </a:p>
        </p:txBody>
      </p:sp>
      <p:sp>
        <p:nvSpPr>
          <p:cNvPr id="9" name="Rectangle 8">
            <a:extLst>
              <a:ext uri="{FF2B5EF4-FFF2-40B4-BE49-F238E27FC236}">
                <a16:creationId xmlns:a16="http://schemas.microsoft.com/office/drawing/2014/main" id="{9DBAFD36-A3BC-EC44-ADB0-AF228844D4DF}"/>
              </a:ext>
            </a:extLst>
          </p:cNvPr>
          <p:cNvSpPr/>
          <p:nvPr userDrawn="1"/>
        </p:nvSpPr>
        <p:spPr>
          <a:xfrm>
            <a:off x="0" y="6948417"/>
            <a:ext cx="157124" cy="1571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100</a:t>
            </a:r>
          </a:p>
        </p:txBody>
      </p:sp>
      <p:sp>
        <p:nvSpPr>
          <p:cNvPr id="22" name="Rectangle 21">
            <a:extLst>
              <a:ext uri="{FF2B5EF4-FFF2-40B4-BE49-F238E27FC236}">
                <a16:creationId xmlns:a16="http://schemas.microsoft.com/office/drawing/2014/main" id="{9BFD4683-6D44-9C43-A599-79094984540E}"/>
              </a:ext>
            </a:extLst>
          </p:cNvPr>
          <p:cNvSpPr/>
          <p:nvPr userDrawn="1"/>
        </p:nvSpPr>
        <p:spPr>
          <a:xfrm>
            <a:off x="196215" y="6948417"/>
            <a:ext cx="157124" cy="157124"/>
          </a:xfrm>
          <a:prstGeom prst="rect">
            <a:avLst/>
          </a:prstGeom>
          <a:solidFill>
            <a:srgbClr val="265F6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85</a:t>
            </a:r>
          </a:p>
        </p:txBody>
      </p:sp>
      <p:sp>
        <p:nvSpPr>
          <p:cNvPr id="24" name="Rectangle 23">
            <a:extLst>
              <a:ext uri="{FF2B5EF4-FFF2-40B4-BE49-F238E27FC236}">
                <a16:creationId xmlns:a16="http://schemas.microsoft.com/office/drawing/2014/main" id="{5CA6FAD4-8B37-7242-89EB-48C75090F5E8}"/>
              </a:ext>
            </a:extLst>
          </p:cNvPr>
          <p:cNvSpPr/>
          <p:nvPr userDrawn="1"/>
        </p:nvSpPr>
        <p:spPr>
          <a:xfrm>
            <a:off x="392430" y="6948417"/>
            <a:ext cx="157124" cy="157124"/>
          </a:xfrm>
          <a:prstGeom prst="rect">
            <a:avLst/>
          </a:prstGeom>
          <a:solidFill>
            <a:srgbClr val="4D7B8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70</a:t>
            </a:r>
          </a:p>
        </p:txBody>
      </p:sp>
      <p:sp>
        <p:nvSpPr>
          <p:cNvPr id="25" name="Rectangle 24">
            <a:extLst>
              <a:ext uri="{FF2B5EF4-FFF2-40B4-BE49-F238E27FC236}">
                <a16:creationId xmlns:a16="http://schemas.microsoft.com/office/drawing/2014/main" id="{2AF086D5-5D89-5D42-8D2E-90346974FFC8}"/>
              </a:ext>
            </a:extLst>
          </p:cNvPr>
          <p:cNvSpPr/>
          <p:nvPr userDrawn="1"/>
        </p:nvSpPr>
        <p:spPr>
          <a:xfrm>
            <a:off x="588645" y="6948417"/>
            <a:ext cx="157124" cy="157124"/>
          </a:xfrm>
          <a:prstGeom prst="rect">
            <a:avLst/>
          </a:prstGeom>
          <a:solidFill>
            <a:srgbClr val="73989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55</a:t>
            </a:r>
          </a:p>
        </p:txBody>
      </p:sp>
      <p:sp>
        <p:nvSpPr>
          <p:cNvPr id="26" name="Rectangle 25">
            <a:extLst>
              <a:ext uri="{FF2B5EF4-FFF2-40B4-BE49-F238E27FC236}">
                <a16:creationId xmlns:a16="http://schemas.microsoft.com/office/drawing/2014/main" id="{B42D5C15-C795-E34A-A3BA-0F145757EF12}"/>
              </a:ext>
            </a:extLst>
          </p:cNvPr>
          <p:cNvSpPr/>
          <p:nvPr userDrawn="1"/>
        </p:nvSpPr>
        <p:spPr>
          <a:xfrm>
            <a:off x="784860" y="6948417"/>
            <a:ext cx="157124" cy="157124"/>
          </a:xfrm>
          <a:prstGeom prst="rect">
            <a:avLst/>
          </a:prstGeom>
          <a:solidFill>
            <a:srgbClr val="99B4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40</a:t>
            </a:r>
          </a:p>
        </p:txBody>
      </p:sp>
      <p:sp>
        <p:nvSpPr>
          <p:cNvPr id="27" name="Rectangle 26">
            <a:extLst>
              <a:ext uri="{FF2B5EF4-FFF2-40B4-BE49-F238E27FC236}">
                <a16:creationId xmlns:a16="http://schemas.microsoft.com/office/drawing/2014/main" id="{5D918040-6EC7-184E-838E-2832D7F015A6}"/>
              </a:ext>
            </a:extLst>
          </p:cNvPr>
          <p:cNvSpPr/>
          <p:nvPr userDrawn="1"/>
        </p:nvSpPr>
        <p:spPr>
          <a:xfrm>
            <a:off x="981075" y="6948417"/>
            <a:ext cx="157124" cy="157124"/>
          </a:xfrm>
          <a:prstGeom prst="rect">
            <a:avLst/>
          </a:prstGeom>
          <a:solidFill>
            <a:srgbClr val="BFD0D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25</a:t>
            </a:r>
          </a:p>
        </p:txBody>
      </p:sp>
      <p:sp>
        <p:nvSpPr>
          <p:cNvPr id="34" name="Rectangle 33">
            <a:extLst>
              <a:ext uri="{FF2B5EF4-FFF2-40B4-BE49-F238E27FC236}">
                <a16:creationId xmlns:a16="http://schemas.microsoft.com/office/drawing/2014/main" id="{84D1F043-09C3-4043-81AF-DBD384DF91F3}"/>
              </a:ext>
            </a:extLst>
          </p:cNvPr>
          <p:cNvSpPr/>
          <p:nvPr userDrawn="1"/>
        </p:nvSpPr>
        <p:spPr>
          <a:xfrm>
            <a:off x="1177290" y="6948417"/>
            <a:ext cx="157124" cy="157124"/>
          </a:xfrm>
          <a:prstGeom prst="rect">
            <a:avLst/>
          </a:prstGeom>
          <a:solidFill>
            <a:srgbClr val="FF2E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100</a:t>
            </a:r>
          </a:p>
        </p:txBody>
      </p:sp>
      <p:sp>
        <p:nvSpPr>
          <p:cNvPr id="35" name="Rectangle 34">
            <a:extLst>
              <a:ext uri="{FF2B5EF4-FFF2-40B4-BE49-F238E27FC236}">
                <a16:creationId xmlns:a16="http://schemas.microsoft.com/office/drawing/2014/main" id="{3BDDA0A5-E437-1442-8028-ECED2144D05A}"/>
              </a:ext>
            </a:extLst>
          </p:cNvPr>
          <p:cNvSpPr/>
          <p:nvPr userDrawn="1"/>
        </p:nvSpPr>
        <p:spPr>
          <a:xfrm>
            <a:off x="1373505" y="6948417"/>
            <a:ext cx="157124" cy="157124"/>
          </a:xfrm>
          <a:prstGeom prst="rect">
            <a:avLst/>
          </a:prstGeom>
          <a:solidFill>
            <a:srgbClr val="FF4D7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85</a:t>
            </a:r>
          </a:p>
        </p:txBody>
      </p:sp>
      <p:sp>
        <p:nvSpPr>
          <p:cNvPr id="37" name="Rectangle 36">
            <a:extLst>
              <a:ext uri="{FF2B5EF4-FFF2-40B4-BE49-F238E27FC236}">
                <a16:creationId xmlns:a16="http://schemas.microsoft.com/office/drawing/2014/main" id="{353FC9FA-A43E-A240-B982-B0381EA072A3}"/>
              </a:ext>
            </a:extLst>
          </p:cNvPr>
          <p:cNvSpPr/>
          <p:nvPr userDrawn="1"/>
        </p:nvSpPr>
        <p:spPr>
          <a:xfrm>
            <a:off x="1765935" y="6948417"/>
            <a:ext cx="157124" cy="157124"/>
          </a:xfrm>
          <a:prstGeom prst="rect">
            <a:avLst/>
          </a:prstGeom>
          <a:solidFill>
            <a:srgbClr val="FF8CA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55</a:t>
            </a:r>
          </a:p>
        </p:txBody>
      </p:sp>
      <p:sp>
        <p:nvSpPr>
          <p:cNvPr id="38" name="Rectangle 37">
            <a:extLst>
              <a:ext uri="{FF2B5EF4-FFF2-40B4-BE49-F238E27FC236}">
                <a16:creationId xmlns:a16="http://schemas.microsoft.com/office/drawing/2014/main" id="{4AE93086-D022-1840-8D5E-91FDE91C464A}"/>
              </a:ext>
            </a:extLst>
          </p:cNvPr>
          <p:cNvSpPr/>
          <p:nvPr userDrawn="1"/>
        </p:nvSpPr>
        <p:spPr>
          <a:xfrm>
            <a:off x="1962150" y="6948417"/>
            <a:ext cx="157124" cy="157124"/>
          </a:xfrm>
          <a:prstGeom prst="rect">
            <a:avLst/>
          </a:prstGeom>
          <a:solidFill>
            <a:srgbClr val="FFAB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40</a:t>
            </a:r>
          </a:p>
        </p:txBody>
      </p:sp>
      <p:sp>
        <p:nvSpPr>
          <p:cNvPr id="39" name="Rectangle 38">
            <a:extLst>
              <a:ext uri="{FF2B5EF4-FFF2-40B4-BE49-F238E27FC236}">
                <a16:creationId xmlns:a16="http://schemas.microsoft.com/office/drawing/2014/main" id="{1E876C9E-08A2-5F44-9EC5-FCD969293FDB}"/>
              </a:ext>
            </a:extLst>
          </p:cNvPr>
          <p:cNvSpPr/>
          <p:nvPr userDrawn="1"/>
        </p:nvSpPr>
        <p:spPr>
          <a:xfrm>
            <a:off x="2158365" y="6948417"/>
            <a:ext cx="157124" cy="157124"/>
          </a:xfrm>
          <a:prstGeom prst="rect">
            <a:avLst/>
          </a:prstGeom>
          <a:solidFill>
            <a:srgbClr val="FFCBD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25</a:t>
            </a:r>
          </a:p>
        </p:txBody>
      </p:sp>
      <p:sp>
        <p:nvSpPr>
          <p:cNvPr id="40" name="Rectangle 39">
            <a:extLst>
              <a:ext uri="{FF2B5EF4-FFF2-40B4-BE49-F238E27FC236}">
                <a16:creationId xmlns:a16="http://schemas.microsoft.com/office/drawing/2014/main" id="{3BF29671-3A5C-D748-A206-1A151FA203D0}"/>
              </a:ext>
            </a:extLst>
          </p:cNvPr>
          <p:cNvSpPr/>
          <p:nvPr userDrawn="1"/>
        </p:nvSpPr>
        <p:spPr>
          <a:xfrm>
            <a:off x="1569720" y="6948417"/>
            <a:ext cx="157124" cy="157124"/>
          </a:xfrm>
          <a:prstGeom prst="rect">
            <a:avLst/>
          </a:prstGeom>
          <a:solidFill>
            <a:srgbClr val="FF6D8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500" b="0" i="0">
                <a:latin typeface="Raleway" pitchFamily="2" charset="77"/>
              </a:rPr>
              <a:t>70</a:t>
            </a:r>
          </a:p>
        </p:txBody>
      </p:sp>
    </p:spTree>
    <p:extLst>
      <p:ext uri="{BB962C8B-B14F-4D97-AF65-F5344CB8AC3E}">
        <p14:creationId xmlns:p14="http://schemas.microsoft.com/office/powerpoint/2010/main" val="411529154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 id="2147483714" r:id="rId48"/>
    <p:sldLayoutId id="2147483715" r:id="rId49"/>
    <p:sldLayoutId id="2147483716" r:id="rId50"/>
    <p:sldLayoutId id="2147483717" r:id="rId51"/>
    <p:sldLayoutId id="2147483718" r:id="rId52"/>
    <p:sldLayoutId id="2147483719" r:id="rId53"/>
    <p:sldLayoutId id="2147483720" r:id="rId54"/>
    <p:sldLayoutId id="2147483721" r:id="rId55"/>
    <p:sldLayoutId id="2147483722" r:id="rId56"/>
    <p:sldLayoutId id="2147483723" r:id="rId57"/>
    <p:sldLayoutId id="2147483724" r:id="rId58"/>
    <p:sldLayoutId id="2147483725" r:id="rId59"/>
    <p:sldLayoutId id="2147483726" r:id="rId60"/>
    <p:sldLayoutId id="2147483727" r:id="rId61"/>
    <p:sldLayoutId id="2147483728" r:id="rId62"/>
    <p:sldLayoutId id="2147483729" r:id="rId63"/>
    <p:sldLayoutId id="2147483730" r:id="rId64"/>
    <p:sldLayoutId id="2147483731" r:id="rId65"/>
    <p:sldLayoutId id="2147483732" r:id="rId66"/>
    <p:sldLayoutId id="2147483733" r:id="rId67"/>
    <p:sldLayoutId id="2147483734" r:id="rId68"/>
    <p:sldLayoutId id="2147483735" r:id="rId69"/>
    <p:sldLayoutId id="2147483736" r:id="rId70"/>
    <p:sldLayoutId id="2147483737" r:id="rId71"/>
    <p:sldLayoutId id="2147483738" r:id="rId7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2400" b="1" kern="1200">
          <a:solidFill>
            <a:schemeClr val="tx2"/>
          </a:solidFill>
          <a:latin typeface="Raleway" pitchFamily="2" charset="77"/>
          <a:ea typeface="+mj-ea"/>
          <a:cs typeface="+mj-cs"/>
        </a:defRPr>
      </a:lvl1pPr>
    </p:titleStyle>
    <p:bodyStyle>
      <a:lvl1pPr marL="180000" indent="-180000" algn="l" defTabSz="914400" rtl="0" eaLnBrk="1" latinLnBrk="0" hangingPunct="1">
        <a:lnSpc>
          <a:spcPct val="90000"/>
        </a:lnSpc>
        <a:spcBef>
          <a:spcPts val="0"/>
        </a:spcBef>
        <a:spcAft>
          <a:spcPts val="600"/>
        </a:spcAft>
        <a:buClrTx/>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Tx/>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Tx/>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Tx/>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Tx/>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211">
          <p15:clr>
            <a:srgbClr val="F26B43"/>
          </p15:clr>
        </p15:guide>
        <p15:guide id="4" pos="7469">
          <p15:clr>
            <a:srgbClr val="F26B43"/>
          </p15:clr>
        </p15:guide>
        <p15:guide id="5" orient="horz" pos="232">
          <p15:clr>
            <a:srgbClr val="F26B43"/>
          </p15:clr>
        </p15:guide>
        <p15:guide id="6" orient="horz" pos="40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1.xml"/><Relationship Id="rId1" Type="http://schemas.openxmlformats.org/officeDocument/2006/relationships/slideLayout" Target="../slideLayouts/slideLayout48.xml"/><Relationship Id="rId4" Type="http://schemas.openxmlformats.org/officeDocument/2006/relationships/image" Target="../media/image82.png"/></Relationships>
</file>

<file path=ppt/slides/_rels/slide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3" Type="http://schemas.openxmlformats.org/officeDocument/2006/relationships/image" Target="../media/image85.gif"/><Relationship Id="rId2" Type="http://schemas.openxmlformats.org/officeDocument/2006/relationships/image" Target="../media/image84.png"/><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image" Target="../media/image84.png"/><Relationship Id="rId1" Type="http://schemas.openxmlformats.org/officeDocument/2006/relationships/slideLayout" Target="../slideLayouts/slideLayout40.xml"/><Relationship Id="rId6" Type="http://schemas.openxmlformats.org/officeDocument/2006/relationships/image" Target="../media/image89.gif"/><Relationship Id="rId5" Type="http://schemas.openxmlformats.org/officeDocument/2006/relationships/image" Target="../media/image88.gif"/><Relationship Id="rId4" Type="http://schemas.openxmlformats.org/officeDocument/2006/relationships/image" Target="../media/image87.gif"/></Relationships>
</file>

<file path=ppt/slides/_rels/slide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xml"/><Relationship Id="rId1" Type="http://schemas.openxmlformats.org/officeDocument/2006/relationships/slideLayout" Target="../slideLayouts/slideLayout72.xml"/><Relationship Id="rId4"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D03F-A47D-54CD-BE7E-96533942BEE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2ED9E92-428F-C736-1727-0EE8CB1DDD30}"/>
              </a:ext>
            </a:extLst>
          </p:cNvPr>
          <p:cNvSpPr/>
          <p:nvPr/>
        </p:nvSpPr>
        <p:spPr>
          <a:xfrm>
            <a:off x="0" y="0"/>
            <a:ext cx="12192000" cy="6858000"/>
          </a:xfrm>
          <a:prstGeom prst="rect">
            <a:avLst/>
          </a:prstGeom>
          <a:solidFill>
            <a:srgbClr val="FF2D5E"/>
          </a:solidFill>
          <a:ln w="444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porate Traveller" pitchFamily="2" charset="77"/>
              <a:ea typeface="+mn-ea"/>
              <a:cs typeface="+mn-cs"/>
            </a:endParaRPr>
          </a:p>
        </p:txBody>
      </p:sp>
      <p:pic>
        <p:nvPicPr>
          <p:cNvPr id="9" name="Picture 8" descr="A person sitting in a chair with his hands behind his head&#10;&#10;Description automatically generated">
            <a:extLst>
              <a:ext uri="{FF2B5EF4-FFF2-40B4-BE49-F238E27FC236}">
                <a16:creationId xmlns:a16="http://schemas.microsoft.com/office/drawing/2014/main" id="{BEFB36A1-976A-CBF3-1162-78F939AFF8A9}"/>
              </a:ext>
            </a:extLst>
          </p:cNvPr>
          <p:cNvPicPr>
            <a:picLocks noChangeAspect="1"/>
          </p:cNvPicPr>
          <p:nvPr/>
        </p:nvPicPr>
        <p:blipFill>
          <a:blip r:embed="rId3"/>
          <a:srcRect l="3538" t="5116" r="18203" b="469"/>
          <a:stretch>
            <a:fillRect/>
          </a:stretch>
        </p:blipFill>
        <p:spPr>
          <a:xfrm>
            <a:off x="1872841" y="0"/>
            <a:ext cx="10319159" cy="6858000"/>
          </a:xfrm>
          <a:prstGeom prst="rect">
            <a:avLst/>
          </a:prstGeom>
        </p:spPr>
      </p:pic>
      <p:sp>
        <p:nvSpPr>
          <p:cNvPr id="2" name="Title 1">
            <a:extLst>
              <a:ext uri="{FF2B5EF4-FFF2-40B4-BE49-F238E27FC236}">
                <a16:creationId xmlns:a16="http://schemas.microsoft.com/office/drawing/2014/main" id="{3A3F6B95-7023-95B5-4223-A7878BD9668B}"/>
              </a:ext>
            </a:extLst>
          </p:cNvPr>
          <p:cNvSpPr>
            <a:spLocks noGrp="1"/>
          </p:cNvSpPr>
          <p:nvPr>
            <p:ph type="title"/>
          </p:nvPr>
        </p:nvSpPr>
        <p:spPr>
          <a:xfrm>
            <a:off x="775810" y="2470925"/>
            <a:ext cx="4070091" cy="632255"/>
          </a:xfrm>
        </p:spPr>
        <p:txBody>
          <a:bodyPr/>
          <a:lstStyle/>
          <a:p>
            <a:r>
              <a:rPr lang="en-US" sz="4800" dirty="0">
                <a:latin typeface="Corporate Traveller" pitchFamily="2" charset="77"/>
              </a:rPr>
              <a:t>Our Narrative</a:t>
            </a:r>
          </a:p>
        </p:txBody>
      </p:sp>
      <p:sp>
        <p:nvSpPr>
          <p:cNvPr id="4" name="Date Placeholder 3">
            <a:extLst>
              <a:ext uri="{FF2B5EF4-FFF2-40B4-BE49-F238E27FC236}">
                <a16:creationId xmlns:a16="http://schemas.microsoft.com/office/drawing/2014/main" id="{38FC6E0F-2FBB-A067-64B7-0EB51E773F8F}"/>
              </a:ext>
            </a:extLst>
          </p:cNvPr>
          <p:cNvSpPr>
            <a:spLocks noGrp="1"/>
          </p:cNvSpPr>
          <p:nvPr>
            <p:ph type="dt" sz="half" idx="14"/>
          </p:nvPr>
        </p:nvSpPr>
        <p:spPr>
          <a:xfrm>
            <a:off x="805024" y="3214669"/>
            <a:ext cx="1265513" cy="360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B6A827B-6D33-0B44-AF68-8481F4D31D24}" type="datetime4">
              <a:rPr kumimoji="0" lang="en-GB" sz="1200" b="0" i="0" u="none" strike="noStrike" kern="1200" cap="none" spc="0" normalizeH="0" baseline="0" noProof="0" smtClean="0">
                <a:ln>
                  <a:noFill/>
                </a:ln>
                <a:solidFill>
                  <a:srgbClr val="FFFFFF"/>
                </a:solidFill>
                <a:effectLst/>
                <a:uLnTx/>
                <a:uFillTx/>
                <a:latin typeface="Corporate Traveller" pitchFamily="2" charset="77"/>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09 April 2026</a:t>
            </a:fld>
            <a:endParaRPr kumimoji="0" lang="en-GB" sz="1200" b="0" i="0" u="none" strike="noStrike" kern="1200" cap="none" spc="0" normalizeH="0" baseline="0" noProof="0" dirty="0">
              <a:ln>
                <a:noFill/>
              </a:ln>
              <a:solidFill>
                <a:srgbClr val="FFFFFF"/>
              </a:solidFill>
              <a:effectLst/>
              <a:uLnTx/>
              <a:uFillTx/>
              <a:latin typeface="Corporate Traveller" pitchFamily="2" charset="77"/>
              <a:ea typeface="+mn-ea"/>
              <a:cs typeface="+mn-cs"/>
            </a:endParaRPr>
          </a:p>
        </p:txBody>
      </p:sp>
      <p:sp>
        <p:nvSpPr>
          <p:cNvPr id="5" name="Footer Placeholder 4">
            <a:extLst>
              <a:ext uri="{FF2B5EF4-FFF2-40B4-BE49-F238E27FC236}">
                <a16:creationId xmlns:a16="http://schemas.microsoft.com/office/drawing/2014/main" id="{B47BE35A-342C-0EBC-4C9D-FA55075149C5}"/>
              </a:ext>
            </a:extLst>
          </p:cNvPr>
          <p:cNvSpPr>
            <a:spLocks noGrp="1"/>
          </p:cNvSpPr>
          <p:nvPr>
            <p:ph type="ftr" sz="quarter" idx="15"/>
          </p:nvPr>
        </p:nvSpPr>
        <p:spPr>
          <a:xfrm>
            <a:off x="2278066" y="3214669"/>
            <a:ext cx="2536306" cy="360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u="none" strike="noStrike" kern="1200" cap="none" spc="0" normalizeH="0" baseline="0" noProof="0" dirty="0">
                <a:ln>
                  <a:noFill/>
                </a:ln>
                <a:solidFill>
                  <a:srgbClr val="FFFFFF"/>
                </a:solidFill>
                <a:effectLst/>
                <a:uLnTx/>
                <a:uFillTx/>
                <a:latin typeface="Corporate Traveller SemiBold" pitchFamily="2" charset="77"/>
                <a:ea typeface="+mn-ea"/>
                <a:cs typeface="+mn-cs"/>
              </a:rPr>
              <a:t>Confidential</a:t>
            </a:r>
          </a:p>
        </p:txBody>
      </p:sp>
      <p:pic>
        <p:nvPicPr>
          <p:cNvPr id="3" name="Picture 2">
            <a:extLst>
              <a:ext uri="{FF2B5EF4-FFF2-40B4-BE49-F238E27FC236}">
                <a16:creationId xmlns:a16="http://schemas.microsoft.com/office/drawing/2014/main" id="{7BDCF533-2BC1-C997-C6DE-A545BFB9ED81}"/>
              </a:ext>
            </a:extLst>
          </p:cNvPr>
          <p:cNvPicPr>
            <a:picLocks noChangeAspect="1"/>
          </p:cNvPicPr>
          <p:nvPr/>
        </p:nvPicPr>
        <p:blipFill>
          <a:blip r:embed="rId4"/>
          <a:srcRect/>
          <a:stretch/>
        </p:blipFill>
        <p:spPr>
          <a:xfrm>
            <a:off x="9304885" y="550523"/>
            <a:ext cx="2361105" cy="535788"/>
          </a:xfrm>
          <a:prstGeom prst="rect">
            <a:avLst/>
          </a:prstGeom>
        </p:spPr>
      </p:pic>
    </p:spTree>
    <p:extLst>
      <p:ext uri="{BB962C8B-B14F-4D97-AF65-F5344CB8AC3E}">
        <p14:creationId xmlns:p14="http://schemas.microsoft.com/office/powerpoint/2010/main" val="146715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65006-4E8C-24E8-6F95-75A5BEF8B9C9}"/>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461BA600-A028-EF84-5E97-E5BDE4467729}"/>
              </a:ext>
            </a:extLst>
          </p:cNvPr>
          <p:cNvSpPr>
            <a:spLocks noGrp="1"/>
          </p:cNvSpPr>
          <p:nvPr>
            <p:ph type="dt" sz="half" idx="10"/>
          </p:nvPr>
        </p:nvSpPr>
        <p:spPr>
          <a:xfrm>
            <a:off x="360000" y="6274011"/>
            <a:ext cx="768561" cy="360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B1A7367-EB7B-5940-9250-E537993F6F13}" type="datetime4">
              <a:rPr kumimoji="0" lang="en-GB" sz="700" b="0" i="0" u="none" strike="noStrike" kern="1200" cap="none" spc="0" normalizeH="0" baseline="0" noProof="0" smtClean="0">
                <a:ln>
                  <a:noFill/>
                </a:ln>
                <a:solidFill>
                  <a:srgbClr val="00434E"/>
                </a:solidFill>
                <a:effectLst/>
                <a:uLnTx/>
                <a:uFillTx/>
                <a:latin typeface="Corporate Traveller"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09 April 2026</a:t>
            </a:fld>
            <a:endParaRPr kumimoji="0" lang="en-GB" sz="700" b="0" i="0" u="none" strike="noStrike" kern="1200" cap="none" spc="0" normalizeH="0" baseline="0" noProof="0">
              <a:ln>
                <a:noFill/>
              </a:ln>
              <a:solidFill>
                <a:srgbClr val="00434E"/>
              </a:solidFill>
              <a:effectLst/>
              <a:uLnTx/>
              <a:uFillTx/>
              <a:latin typeface="Corporate Traveller" pitchFamily="2" charset="0"/>
              <a:ea typeface="+mn-ea"/>
              <a:cs typeface="+mn-cs"/>
            </a:endParaRPr>
          </a:p>
        </p:txBody>
      </p:sp>
      <p:sp>
        <p:nvSpPr>
          <p:cNvPr id="4" name="Footer Placeholder 3">
            <a:extLst>
              <a:ext uri="{FF2B5EF4-FFF2-40B4-BE49-F238E27FC236}">
                <a16:creationId xmlns:a16="http://schemas.microsoft.com/office/drawing/2014/main" id="{0A325607-D27B-624C-D327-DCC9B512378D}"/>
              </a:ext>
            </a:extLst>
          </p:cNvPr>
          <p:cNvSpPr>
            <a:spLocks noGrp="1"/>
          </p:cNvSpPr>
          <p:nvPr>
            <p:ph type="ftr" sz="quarter" idx="11"/>
          </p:nvPr>
        </p:nvSpPr>
        <p:spPr>
          <a:xfrm>
            <a:off x="1177289" y="6274011"/>
            <a:ext cx="3118485" cy="360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434E"/>
                </a:solidFill>
                <a:effectLst/>
                <a:uLnTx/>
                <a:uFillTx/>
                <a:latin typeface="Corporate Traveller" pitchFamily="2" charset="0"/>
                <a:ea typeface="+mn-ea"/>
                <a:cs typeface="+mn-cs"/>
              </a:rPr>
              <a:t>Confidential</a:t>
            </a:r>
          </a:p>
        </p:txBody>
      </p:sp>
      <p:sp>
        <p:nvSpPr>
          <p:cNvPr id="5" name="Slide Number Placeholder 4">
            <a:extLst>
              <a:ext uri="{FF2B5EF4-FFF2-40B4-BE49-F238E27FC236}">
                <a16:creationId xmlns:a16="http://schemas.microsoft.com/office/drawing/2014/main" id="{3148483A-A974-1903-FA33-6BD1F6E37810}"/>
              </a:ext>
            </a:extLst>
          </p:cNvPr>
          <p:cNvSpPr>
            <a:spLocks noGrp="1"/>
          </p:cNvSpPr>
          <p:nvPr>
            <p:ph type="sldNum" sz="quarter" idx="12"/>
          </p:nvPr>
        </p:nvSpPr>
        <p:spPr>
          <a:xfrm>
            <a:off x="9113838" y="6274011"/>
            <a:ext cx="2743200" cy="360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2734D3-D73F-6A4D-B2B5-DCD15EBB8EEC}" type="slidenum">
              <a:rPr kumimoji="0" lang="en-GB" sz="800" b="0" i="0" u="none" strike="noStrike" kern="1200" cap="none" spc="0" normalizeH="0" baseline="0" noProof="0" smtClean="0">
                <a:ln>
                  <a:noFill/>
                </a:ln>
                <a:solidFill>
                  <a:srgbClr val="00434E"/>
                </a:solidFill>
                <a:effectLst/>
                <a:uLnTx/>
                <a:uFillTx/>
                <a:latin typeface="Corporate Traveller"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dirty="0">
              <a:ln>
                <a:noFill/>
              </a:ln>
              <a:solidFill>
                <a:srgbClr val="00434E"/>
              </a:solidFill>
              <a:effectLst/>
              <a:uLnTx/>
              <a:uFillTx/>
              <a:latin typeface="Corporate Traveller" pitchFamily="2" charset="0"/>
              <a:ea typeface="+mn-ea"/>
              <a:cs typeface="+mn-cs"/>
            </a:endParaRPr>
          </a:p>
        </p:txBody>
      </p:sp>
      <p:sp>
        <p:nvSpPr>
          <p:cNvPr id="6" name="Title 5">
            <a:extLst>
              <a:ext uri="{FF2B5EF4-FFF2-40B4-BE49-F238E27FC236}">
                <a16:creationId xmlns:a16="http://schemas.microsoft.com/office/drawing/2014/main" id="{1D1F13AA-6CAA-99C1-A3B1-B34E18A32AAD}"/>
              </a:ext>
            </a:extLst>
          </p:cNvPr>
          <p:cNvSpPr>
            <a:spLocks noGrp="1"/>
          </p:cNvSpPr>
          <p:nvPr>
            <p:ph type="title"/>
          </p:nvPr>
        </p:nvSpPr>
        <p:spPr>
          <a:xfrm>
            <a:off x="404066" y="494927"/>
            <a:ext cx="2679103" cy="419053"/>
          </a:xfrm>
        </p:spPr>
        <p:txBody>
          <a:bodyPr/>
          <a:lstStyle/>
          <a:p>
            <a:r>
              <a:rPr lang="en-US" sz="3200" dirty="0">
                <a:solidFill>
                  <a:schemeClr val="accent2"/>
                </a:solidFill>
                <a:latin typeface="Corporate Traveller" pitchFamily="2" charset="0"/>
              </a:rPr>
              <a:t>Who is CT?</a:t>
            </a:r>
          </a:p>
        </p:txBody>
      </p:sp>
      <p:sp>
        <p:nvSpPr>
          <p:cNvPr id="11" name="Content Placeholder 1">
            <a:extLst>
              <a:ext uri="{FF2B5EF4-FFF2-40B4-BE49-F238E27FC236}">
                <a16:creationId xmlns:a16="http://schemas.microsoft.com/office/drawing/2014/main" id="{2A26CC21-5E0B-5F14-467D-BA91C3F9D03A}"/>
              </a:ext>
            </a:extLst>
          </p:cNvPr>
          <p:cNvSpPr>
            <a:spLocks noGrp="1"/>
          </p:cNvSpPr>
          <p:nvPr>
            <p:ph idx="1"/>
          </p:nvPr>
        </p:nvSpPr>
        <p:spPr>
          <a:xfrm>
            <a:off x="404066" y="1238621"/>
            <a:ext cx="9158574" cy="924897"/>
          </a:xfrm>
        </p:spPr>
        <p:txBody>
          <a:bodyPr/>
          <a:lstStyle/>
          <a:p>
            <a:pPr marL="0" indent="0">
              <a:buNone/>
            </a:pPr>
            <a:r>
              <a:rPr lang="en-GB" sz="1600" b="1" dirty="0">
                <a:solidFill>
                  <a:schemeClr val="accent2"/>
                </a:solidFill>
                <a:latin typeface="Corporate Traveller" pitchFamily="2" charset="0"/>
              </a:rPr>
              <a:t>Our History:</a:t>
            </a:r>
            <a:endParaRPr lang="en-GB" sz="1600" dirty="0">
              <a:solidFill>
                <a:schemeClr val="accent2"/>
              </a:solidFill>
              <a:latin typeface="Corporate Traveller" pitchFamily="2" charset="0"/>
            </a:endParaRPr>
          </a:p>
          <a:p>
            <a:pPr marL="0" indent="0">
              <a:lnSpc>
                <a:spcPts val="2300"/>
              </a:lnSpc>
              <a:buNone/>
            </a:pPr>
            <a:r>
              <a:rPr lang="en-GB" dirty="0">
                <a:latin typeface="Corporate Traveller" pitchFamily="2" charset="0"/>
              </a:rPr>
              <a:t>Thirty years in the making. CT is the travel partner built for the way SME’s move today and is built to solve the challenges of booking, managing and paying for travel.</a:t>
            </a:r>
          </a:p>
          <a:p>
            <a:pPr marL="0" indent="0">
              <a:buNone/>
            </a:pPr>
            <a:endParaRPr lang="en-GB" sz="2000" dirty="0">
              <a:latin typeface="Corporate Traveller" pitchFamily="2" charset="0"/>
            </a:endParaRPr>
          </a:p>
          <a:p>
            <a:pPr marL="0" indent="0">
              <a:buNone/>
            </a:pPr>
            <a:endParaRPr lang="en-GB" sz="2000" dirty="0">
              <a:latin typeface="Corporate Traveller" pitchFamily="2" charset="0"/>
            </a:endParaRPr>
          </a:p>
        </p:txBody>
      </p:sp>
      <p:sp>
        <p:nvSpPr>
          <p:cNvPr id="2" name="Content Placeholder 1">
            <a:extLst>
              <a:ext uri="{FF2B5EF4-FFF2-40B4-BE49-F238E27FC236}">
                <a16:creationId xmlns:a16="http://schemas.microsoft.com/office/drawing/2014/main" id="{76193524-8C84-D1D2-1492-80EF63F6191B}"/>
              </a:ext>
            </a:extLst>
          </p:cNvPr>
          <p:cNvSpPr txBox="1">
            <a:spLocks/>
          </p:cNvSpPr>
          <p:nvPr/>
        </p:nvSpPr>
        <p:spPr>
          <a:xfrm>
            <a:off x="404065" y="2413513"/>
            <a:ext cx="10733985" cy="868364"/>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FF2E5F"/>
              </a:buClr>
              <a:buSzTx/>
              <a:buFont typeface="Arial" panose="020B0604020202020204" pitchFamily="34" charset="0"/>
              <a:buNone/>
              <a:tabLst/>
              <a:defRPr/>
            </a:pPr>
            <a:r>
              <a:rPr kumimoji="0" lang="en-GB" sz="1600" b="1" i="0" u="none" strike="noStrike" kern="1200" cap="none" spc="0" normalizeH="0" baseline="0" noProof="0" dirty="0">
                <a:ln>
                  <a:noFill/>
                </a:ln>
                <a:solidFill>
                  <a:srgbClr val="FF2E5F"/>
                </a:solidFill>
                <a:effectLst/>
                <a:uLnTx/>
                <a:uFillTx/>
                <a:latin typeface="Corporate Traveller" pitchFamily="2" charset="0"/>
                <a:ea typeface="+mn-ea"/>
                <a:cs typeface="+mn-cs"/>
              </a:rPr>
              <a:t>Why we exist:</a:t>
            </a:r>
            <a:endParaRPr kumimoji="0" lang="en-GB" sz="1600" b="0" i="0" u="none" strike="noStrike" kern="1200" cap="none" spc="0" normalizeH="0" baseline="0" noProof="0" dirty="0">
              <a:ln>
                <a:noFill/>
              </a:ln>
              <a:solidFill>
                <a:srgbClr val="FF2E5F"/>
              </a:solidFill>
              <a:effectLst/>
              <a:uLnTx/>
              <a:uFillTx/>
              <a:latin typeface="Corporate Traveller" pitchFamily="2" charset="0"/>
              <a:ea typeface="+mn-ea"/>
              <a:cs typeface="+mn-cs"/>
            </a:endParaRPr>
          </a:p>
          <a:p>
            <a:pPr marL="0" marR="0" lvl="0" indent="0" algn="l" defTabSz="914400" rtl="0" eaLnBrk="1" fontAlgn="auto" latinLnBrk="0" hangingPunct="1">
              <a:lnSpc>
                <a:spcPts val="2300"/>
              </a:lnSpc>
              <a:spcBef>
                <a:spcPts val="0"/>
              </a:spcBef>
              <a:spcAft>
                <a:spcPts val="600"/>
              </a:spcAft>
              <a:buClr>
                <a:srgbClr val="FF2E5F"/>
              </a:buClr>
              <a:buSzTx/>
              <a:buFont typeface="Arial" panose="020B0604020202020204" pitchFamily="34" charset="0"/>
              <a:buNone/>
              <a:tabLst/>
              <a:defRPr/>
            </a:pPr>
            <a:r>
              <a:rPr kumimoji="0" lang="en-GB" b="1" i="0" u="none" strike="noStrike" kern="1200" cap="none" spc="0" normalizeH="0" baseline="0" noProof="0" dirty="0">
                <a:ln>
                  <a:noFill/>
                </a:ln>
                <a:solidFill>
                  <a:srgbClr val="00434E"/>
                </a:solidFill>
                <a:effectLst/>
                <a:uLnTx/>
                <a:uFillTx/>
                <a:latin typeface="Corporate Traveller" pitchFamily="2" charset="0"/>
                <a:ea typeface="+mn-ea"/>
                <a:cs typeface="+mn-cs"/>
              </a:rPr>
              <a:t>Corporate Traveller helps SMEs grow by offering an experience that combines a dedicated expert, powerful technology, exclusive content and smart spend management. </a:t>
            </a:r>
          </a:p>
        </p:txBody>
      </p:sp>
      <p:sp>
        <p:nvSpPr>
          <p:cNvPr id="8" name="Content Placeholder 1">
            <a:extLst>
              <a:ext uri="{FF2B5EF4-FFF2-40B4-BE49-F238E27FC236}">
                <a16:creationId xmlns:a16="http://schemas.microsoft.com/office/drawing/2014/main" id="{7CDCC758-78E9-B715-557B-8E141D10D464}"/>
              </a:ext>
            </a:extLst>
          </p:cNvPr>
          <p:cNvSpPr txBox="1">
            <a:spLocks/>
          </p:cNvSpPr>
          <p:nvPr/>
        </p:nvSpPr>
        <p:spPr>
          <a:xfrm>
            <a:off x="404066" y="3606517"/>
            <a:ext cx="10733986" cy="1756395"/>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FF2E5F"/>
              </a:buClr>
              <a:buSzTx/>
              <a:buFont typeface="Arial" panose="020B0604020202020204" pitchFamily="34" charset="0"/>
              <a:buNone/>
              <a:tabLst/>
              <a:defRPr/>
            </a:pPr>
            <a:r>
              <a:rPr kumimoji="0" lang="en-GB" sz="1600" b="1" i="0" u="none" strike="noStrike" kern="1200" cap="none" spc="0" normalizeH="0" baseline="0" noProof="0" dirty="0">
                <a:ln>
                  <a:noFill/>
                </a:ln>
                <a:solidFill>
                  <a:srgbClr val="FF2E5F"/>
                </a:solidFill>
                <a:effectLst/>
                <a:uLnTx/>
                <a:uFillTx/>
                <a:latin typeface="Corporate Traveller" pitchFamily="2" charset="0"/>
                <a:ea typeface="+mn-ea"/>
                <a:cs typeface="+mn-cs"/>
              </a:rPr>
              <a:t>Why customers should care:</a:t>
            </a:r>
            <a:endParaRPr kumimoji="0" lang="en-GB" sz="1600" b="0" i="0" u="none" strike="noStrike" kern="1200" cap="none" spc="0" normalizeH="0" baseline="0" noProof="0" dirty="0">
              <a:ln>
                <a:noFill/>
              </a:ln>
              <a:solidFill>
                <a:srgbClr val="FF2E5F"/>
              </a:solidFill>
              <a:effectLst/>
              <a:uLnTx/>
              <a:uFillTx/>
              <a:latin typeface="Corporate Traveller" pitchFamily="2" charset="0"/>
              <a:ea typeface="+mn-ea"/>
              <a:cs typeface="+mn-cs"/>
            </a:endParaRPr>
          </a:p>
          <a:p>
            <a:pPr marL="0" marR="0" lvl="0" indent="0" algn="l" defTabSz="914400" rtl="0" eaLnBrk="1" fontAlgn="auto" latinLnBrk="0" hangingPunct="1">
              <a:lnSpc>
                <a:spcPts val="2300"/>
              </a:lnSpc>
              <a:spcBef>
                <a:spcPts val="0"/>
              </a:spcBef>
              <a:spcAft>
                <a:spcPts val="600"/>
              </a:spcAft>
              <a:buClr>
                <a:srgbClr val="FF2E5F"/>
              </a:buClr>
              <a:buSzTx/>
              <a:buFont typeface="Arial" panose="020B0604020202020204" pitchFamily="34" charset="0"/>
              <a:buNone/>
              <a:tabLst/>
              <a:defRPr/>
            </a:pPr>
            <a:r>
              <a:rPr kumimoji="0" lang="en-GB" b="0" i="0" u="none" strike="noStrike" kern="1200" cap="none" spc="0" normalizeH="0" baseline="0" noProof="0" dirty="0">
                <a:ln>
                  <a:noFill/>
                </a:ln>
                <a:solidFill>
                  <a:srgbClr val="00434E"/>
                </a:solidFill>
                <a:effectLst/>
                <a:uLnTx/>
                <a:uFillTx/>
                <a:latin typeface="Corporate Traveller" pitchFamily="2" charset="0"/>
                <a:ea typeface="+mn-ea"/>
                <a:cs typeface="+mn-cs"/>
              </a:rPr>
              <a:t>Travel becomes personal and people care about how they are supported while on the move</a:t>
            </a:r>
          </a:p>
          <a:p>
            <a:pPr marL="0" marR="0" lvl="0" indent="0" algn="l" defTabSz="914400" rtl="0" eaLnBrk="1" fontAlgn="auto" latinLnBrk="0" hangingPunct="1">
              <a:lnSpc>
                <a:spcPts val="2300"/>
              </a:lnSpc>
              <a:spcBef>
                <a:spcPts val="0"/>
              </a:spcBef>
              <a:spcAft>
                <a:spcPts val="600"/>
              </a:spcAft>
              <a:buClr>
                <a:srgbClr val="FF2E5F"/>
              </a:buClr>
              <a:buSzTx/>
              <a:buFont typeface="Arial" panose="020B0604020202020204" pitchFamily="34" charset="0"/>
              <a:buNone/>
              <a:tabLst/>
              <a:defRPr/>
            </a:pPr>
            <a:r>
              <a:rPr kumimoji="0" lang="en-GB" b="0" i="0" u="none" strike="noStrike" kern="1200" cap="none" spc="0" normalizeH="0" baseline="0" noProof="0" dirty="0">
                <a:ln>
                  <a:noFill/>
                </a:ln>
                <a:solidFill>
                  <a:srgbClr val="00434E"/>
                </a:solidFill>
                <a:effectLst/>
                <a:uLnTx/>
                <a:uFillTx/>
                <a:latin typeface="Corporate Traveller" pitchFamily="2" charset="0"/>
                <a:ea typeface="+mn-ea"/>
                <a:cs typeface="+mn-cs"/>
              </a:rPr>
              <a:t>Travel is complex and is the largest controllable expense for most growing companies.</a:t>
            </a:r>
          </a:p>
          <a:p>
            <a:pPr marL="0" marR="0" lvl="0" indent="0" algn="l" defTabSz="914400" rtl="0" eaLnBrk="1" fontAlgn="auto" latinLnBrk="0" hangingPunct="1">
              <a:lnSpc>
                <a:spcPts val="2300"/>
              </a:lnSpc>
              <a:spcBef>
                <a:spcPts val="0"/>
              </a:spcBef>
              <a:spcAft>
                <a:spcPts val="600"/>
              </a:spcAft>
              <a:buClr>
                <a:srgbClr val="FF2E5F"/>
              </a:buClr>
              <a:buSzTx/>
              <a:buFont typeface="Arial" panose="020B0604020202020204" pitchFamily="34" charset="0"/>
              <a:buNone/>
              <a:tabLst/>
              <a:defRPr/>
            </a:pPr>
            <a:r>
              <a:rPr kumimoji="0" lang="en-GB" b="0" i="0" u="none" strike="noStrike" kern="1200" cap="none" spc="0" normalizeH="0" baseline="0" noProof="0" dirty="0">
                <a:ln>
                  <a:noFill/>
                </a:ln>
                <a:solidFill>
                  <a:srgbClr val="00434E"/>
                </a:solidFill>
                <a:effectLst/>
                <a:uLnTx/>
                <a:uFillTx/>
                <a:latin typeface="Corporate Traveller" pitchFamily="2" charset="0"/>
                <a:ea typeface="+mn-ea"/>
                <a:cs typeface="+mn-cs"/>
              </a:rPr>
              <a:t>Travel is constantly being disrupted by the world around us and the technology shaping it. </a:t>
            </a:r>
          </a:p>
          <a:p>
            <a:pPr marL="0" marR="0" lvl="0" indent="0" algn="l" defTabSz="914400" rtl="0" eaLnBrk="1" fontAlgn="auto" latinLnBrk="0" hangingPunct="1">
              <a:lnSpc>
                <a:spcPts val="2300"/>
              </a:lnSpc>
              <a:spcBef>
                <a:spcPts val="0"/>
              </a:spcBef>
              <a:spcAft>
                <a:spcPts val="600"/>
              </a:spcAft>
              <a:buClr>
                <a:srgbClr val="FF2E5F"/>
              </a:buClr>
              <a:buSzTx/>
              <a:buFont typeface="Arial" panose="020B0604020202020204" pitchFamily="34" charset="0"/>
              <a:buNone/>
              <a:tabLst/>
              <a:defRPr/>
            </a:pPr>
            <a:r>
              <a:rPr kumimoji="0" lang="en-GB" b="0" i="0" u="none" strike="noStrike" kern="1200" cap="none" spc="0" normalizeH="0" baseline="0" noProof="0" dirty="0">
                <a:ln>
                  <a:noFill/>
                </a:ln>
                <a:solidFill>
                  <a:srgbClr val="00434E"/>
                </a:solidFill>
                <a:effectLst/>
                <a:uLnTx/>
                <a:uFillTx/>
                <a:latin typeface="Corporate Traveller" pitchFamily="2" charset="0"/>
                <a:ea typeface="+mn-ea"/>
                <a:cs typeface="+mn-cs"/>
              </a:rPr>
              <a:t>Corporate traveller has built the products &amp; services to </a:t>
            </a:r>
            <a:r>
              <a:rPr kumimoji="0" lang="en-GB" b="1" i="0" u="none" strike="noStrike" kern="1200" cap="none" spc="0" normalizeH="0" baseline="0" noProof="0" dirty="0">
                <a:ln>
                  <a:noFill/>
                </a:ln>
                <a:solidFill>
                  <a:srgbClr val="00434E"/>
                </a:solidFill>
                <a:effectLst/>
                <a:uLnTx/>
                <a:uFillTx/>
                <a:latin typeface="Corporate Traveller" pitchFamily="2" charset="0"/>
                <a:ea typeface="+mn-ea"/>
                <a:cs typeface="+mn-cs"/>
              </a:rPr>
              <a:t>remove the pain </a:t>
            </a:r>
            <a:r>
              <a:rPr kumimoji="0" lang="en-GB" b="0" i="0" u="none" strike="noStrike" kern="1200" cap="none" spc="0" normalizeH="0" baseline="0" noProof="0" dirty="0">
                <a:ln>
                  <a:noFill/>
                </a:ln>
                <a:solidFill>
                  <a:srgbClr val="00434E"/>
                </a:solidFill>
                <a:effectLst/>
                <a:uLnTx/>
                <a:uFillTx/>
                <a:latin typeface="Corporate Traveller" pitchFamily="2" charset="0"/>
                <a:ea typeface="+mn-ea"/>
                <a:cs typeface="+mn-cs"/>
              </a:rPr>
              <a:t>and </a:t>
            </a:r>
            <a:r>
              <a:rPr kumimoji="0" lang="en-GB" b="1" i="0" u="none" strike="noStrike" kern="1200" cap="none" spc="0" normalizeH="0" baseline="0" noProof="0" dirty="0">
                <a:ln>
                  <a:noFill/>
                </a:ln>
                <a:solidFill>
                  <a:srgbClr val="00434E"/>
                </a:solidFill>
                <a:effectLst/>
                <a:uLnTx/>
                <a:uFillTx/>
                <a:latin typeface="Corporate Traveller" pitchFamily="2" charset="0"/>
                <a:ea typeface="+mn-ea"/>
                <a:cs typeface="+mn-cs"/>
              </a:rPr>
              <a:t>make travel easy</a:t>
            </a:r>
            <a:r>
              <a:rPr kumimoji="0" lang="en-GB" b="0" i="0" u="none" strike="noStrike" kern="1200" cap="none" spc="0" normalizeH="0" baseline="0" noProof="0" dirty="0">
                <a:ln>
                  <a:noFill/>
                </a:ln>
                <a:solidFill>
                  <a:srgbClr val="00434E"/>
                </a:solidFill>
                <a:effectLst/>
                <a:uLnTx/>
                <a:uFillTx/>
                <a:latin typeface="Corporate Traveller" pitchFamily="2" charset="0"/>
                <a:ea typeface="+mn-ea"/>
                <a:cs typeface="+mn-cs"/>
              </a:rPr>
              <a:t>.</a:t>
            </a:r>
          </a:p>
        </p:txBody>
      </p:sp>
      <p:pic>
        <p:nvPicPr>
          <p:cNvPr id="9" name="bg object 18">
            <a:extLst>
              <a:ext uri="{FF2B5EF4-FFF2-40B4-BE49-F238E27FC236}">
                <a16:creationId xmlns:a16="http://schemas.microsoft.com/office/drawing/2014/main" id="{8FC4247A-167D-ABB7-24BD-2F5144EFB830}"/>
              </a:ext>
            </a:extLst>
          </p:cNvPr>
          <p:cNvPicPr/>
          <p:nvPr/>
        </p:nvPicPr>
        <p:blipFill>
          <a:blip r:embed="rId3" cstate="print"/>
          <a:stretch>
            <a:fillRect/>
          </a:stretch>
        </p:blipFill>
        <p:spPr>
          <a:xfrm>
            <a:off x="10298393" y="339854"/>
            <a:ext cx="1558645" cy="352063"/>
          </a:xfrm>
          <a:prstGeom prst="rect">
            <a:avLst/>
          </a:prstGeom>
        </p:spPr>
      </p:pic>
    </p:spTree>
    <p:extLst>
      <p:ext uri="{BB962C8B-B14F-4D97-AF65-F5344CB8AC3E}">
        <p14:creationId xmlns:p14="http://schemas.microsoft.com/office/powerpoint/2010/main" val="69386315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A2F999-FE6B-2C60-5D81-38C0D927A87B}"/>
              </a:ext>
            </a:extLst>
          </p:cNvPr>
          <p:cNvSpPr/>
          <p:nvPr/>
        </p:nvSpPr>
        <p:spPr>
          <a:xfrm>
            <a:off x="0" y="0"/>
            <a:ext cx="12192000" cy="6858000"/>
          </a:xfrm>
          <a:prstGeom prst="rect">
            <a:avLst/>
          </a:prstGeom>
          <a:solidFill>
            <a:schemeClr val="tx2"/>
          </a:solidFill>
          <a:ln w="44450" cap="flat">
            <a:noFill/>
            <a:prstDash val="solid"/>
            <a:miter/>
          </a:ln>
        </p:spPr>
        <p:txBody>
          <a:bodyPr rtlCol="0" anchor="ctr"/>
          <a:lstStyle/>
          <a:p>
            <a:pPr algn="l"/>
            <a:endParaRPr lang="en-GB"/>
          </a:p>
        </p:txBody>
      </p:sp>
      <p:sp>
        <p:nvSpPr>
          <p:cNvPr id="3" name="Rounded Rectangle 2">
            <a:extLst>
              <a:ext uri="{FF2B5EF4-FFF2-40B4-BE49-F238E27FC236}">
                <a16:creationId xmlns:a16="http://schemas.microsoft.com/office/drawing/2014/main" id="{7664AA5F-4D18-46D1-930F-E196887F97A1}"/>
              </a:ext>
            </a:extLst>
          </p:cNvPr>
          <p:cNvSpPr/>
          <p:nvPr/>
        </p:nvSpPr>
        <p:spPr>
          <a:xfrm>
            <a:off x="7869550" y="2214887"/>
            <a:ext cx="2262591" cy="3219114"/>
          </a:xfrm>
          <a:prstGeom prst="roundRect">
            <a:avLst>
              <a:gd name="adj" fmla="val 16930"/>
            </a:avLst>
          </a:prstGeom>
          <a:solidFill>
            <a:schemeClr val="bg1"/>
          </a:solidFill>
          <a:ln w="44450" cap="flat">
            <a:noFill/>
            <a:prstDash val="solid"/>
            <a:miter/>
          </a:ln>
        </p:spPr>
        <p:txBody>
          <a:bodyPr rtlCol="0" anchor="ctr"/>
          <a:lstStyle/>
          <a:p>
            <a:pPr algn="l"/>
            <a:endParaRPr lang="en-GB"/>
          </a:p>
        </p:txBody>
      </p:sp>
      <p:sp>
        <p:nvSpPr>
          <p:cNvPr id="6" name="TextBox 5">
            <a:extLst>
              <a:ext uri="{FF2B5EF4-FFF2-40B4-BE49-F238E27FC236}">
                <a16:creationId xmlns:a16="http://schemas.microsoft.com/office/drawing/2014/main" id="{7F2F7428-4B91-3D0B-ACE8-B51B0D9D4441}"/>
              </a:ext>
            </a:extLst>
          </p:cNvPr>
          <p:cNvSpPr txBox="1"/>
          <p:nvPr/>
        </p:nvSpPr>
        <p:spPr>
          <a:xfrm>
            <a:off x="8064707" y="2490196"/>
            <a:ext cx="1872277" cy="2688813"/>
          </a:xfrm>
          <a:prstGeom prst="rect">
            <a:avLst/>
          </a:prstGeom>
          <a:noFill/>
        </p:spPr>
        <p:txBody>
          <a:bodyPr wrap="square">
            <a:spAutoFit/>
          </a:bodyPr>
          <a:lstStyle/>
          <a:p>
            <a:pPr marL="0" indent="0" algn="ctr">
              <a:spcAft>
                <a:spcPts val="600"/>
              </a:spcAft>
              <a:buNone/>
            </a:pPr>
            <a:r>
              <a:rPr lang="en-GB" b="1" dirty="0">
                <a:solidFill>
                  <a:schemeClr val="accent2"/>
                </a:solidFill>
                <a:latin typeface="Corporate Traveller" pitchFamily="2" charset="0"/>
              </a:rPr>
              <a:t>Our model</a:t>
            </a:r>
            <a:endParaRPr lang="en-GB" dirty="0">
              <a:solidFill>
                <a:schemeClr val="accent2"/>
              </a:solidFill>
              <a:latin typeface="Corporate Traveller" pitchFamily="2" charset="0"/>
            </a:endParaRPr>
          </a:p>
          <a:p>
            <a:pPr marL="0" indent="0" algn="ctr">
              <a:lnSpc>
                <a:spcPts val="1600"/>
              </a:lnSpc>
              <a:buNone/>
            </a:pPr>
            <a:r>
              <a:rPr lang="en-GB" sz="1200" dirty="0">
                <a:solidFill>
                  <a:schemeClr val="tx2"/>
                </a:solidFill>
                <a:latin typeface="Corporate Traveller" pitchFamily="2" charset="0"/>
              </a:rPr>
              <a:t>A single connected experience that blends Melon our technology platform, powered by Mel, the AI intelligence layer connecting your data and preferences for smarter results, and supported by our dedicated consultants when you need them.</a:t>
            </a:r>
          </a:p>
        </p:txBody>
      </p:sp>
      <p:cxnSp>
        <p:nvCxnSpPr>
          <p:cNvPr id="22" name="Straight Connector 21">
            <a:extLst>
              <a:ext uri="{FF2B5EF4-FFF2-40B4-BE49-F238E27FC236}">
                <a16:creationId xmlns:a16="http://schemas.microsoft.com/office/drawing/2014/main" id="{33CF1A1D-D7CE-5D89-40DD-62040F0AB56D}"/>
              </a:ext>
            </a:extLst>
          </p:cNvPr>
          <p:cNvCxnSpPr>
            <a:cxnSpLocks/>
          </p:cNvCxnSpPr>
          <p:nvPr/>
        </p:nvCxnSpPr>
        <p:spPr>
          <a:xfrm>
            <a:off x="6791028" y="3820891"/>
            <a:ext cx="1078523" cy="0"/>
          </a:xfrm>
          <a:prstGeom prst="line">
            <a:avLst/>
          </a:prstGeom>
          <a:ln w="25400">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9" name="Title 5">
            <a:extLst>
              <a:ext uri="{FF2B5EF4-FFF2-40B4-BE49-F238E27FC236}">
                <a16:creationId xmlns:a16="http://schemas.microsoft.com/office/drawing/2014/main" id="{086AB2F3-45B7-68C5-FB64-65FEBED1A957}"/>
              </a:ext>
            </a:extLst>
          </p:cNvPr>
          <p:cNvSpPr>
            <a:spLocks noGrp="1"/>
          </p:cNvSpPr>
          <p:nvPr>
            <p:ph type="title"/>
          </p:nvPr>
        </p:nvSpPr>
        <p:spPr>
          <a:xfrm>
            <a:off x="360000" y="494927"/>
            <a:ext cx="3047227" cy="935287"/>
          </a:xfrm>
        </p:spPr>
        <p:txBody>
          <a:bodyPr/>
          <a:lstStyle/>
          <a:p>
            <a:r>
              <a:rPr lang="en-US" sz="3200" dirty="0">
                <a:solidFill>
                  <a:schemeClr val="bg1"/>
                </a:solidFill>
                <a:latin typeface="Corporate Traveller" pitchFamily="2" charset="0"/>
              </a:rPr>
              <a:t>An unbeatable</a:t>
            </a:r>
            <a:br>
              <a:rPr lang="en-US" sz="3200" dirty="0">
                <a:solidFill>
                  <a:schemeClr val="bg1"/>
                </a:solidFill>
                <a:latin typeface="Corporate Traveller" pitchFamily="2" charset="0"/>
              </a:rPr>
            </a:br>
            <a:r>
              <a:rPr lang="en-US" sz="3200" dirty="0">
                <a:solidFill>
                  <a:schemeClr val="bg1"/>
                </a:solidFill>
                <a:latin typeface="Corporate Traveller" pitchFamily="2" charset="0"/>
              </a:rPr>
              <a:t>experience</a:t>
            </a:r>
          </a:p>
        </p:txBody>
      </p:sp>
      <p:sp>
        <p:nvSpPr>
          <p:cNvPr id="18" name="Date Placeholder 3">
            <a:extLst>
              <a:ext uri="{FF2B5EF4-FFF2-40B4-BE49-F238E27FC236}">
                <a16:creationId xmlns:a16="http://schemas.microsoft.com/office/drawing/2014/main" id="{F5F841C5-8864-8F5E-B37D-E6E173DAB6EE}"/>
              </a:ext>
            </a:extLst>
          </p:cNvPr>
          <p:cNvSpPr>
            <a:spLocks noGrp="1"/>
          </p:cNvSpPr>
          <p:nvPr>
            <p:ph type="dt" sz="half" idx="10"/>
          </p:nvPr>
        </p:nvSpPr>
        <p:spPr>
          <a:xfrm>
            <a:off x="360000" y="6274011"/>
            <a:ext cx="768561" cy="360000"/>
          </a:xfrm>
        </p:spPr>
        <p:txBody>
          <a:bodyPr/>
          <a:lstStyle>
            <a:lvl1pPr>
              <a:defRPr>
                <a:solidFill>
                  <a:schemeClr val="accent1"/>
                </a:solidFill>
              </a:defRPr>
            </a:lvl1pPr>
          </a:lstStyle>
          <a:p>
            <a:fld id="{BB1A7367-EB7B-5940-9250-E537993F6F13}" type="datetime4">
              <a:rPr lang="en-GB" smtClean="0">
                <a:solidFill>
                  <a:schemeClr val="bg1"/>
                </a:solidFill>
              </a:rPr>
              <a:pPr/>
              <a:t>09 April 2026</a:t>
            </a:fld>
            <a:endParaRPr lang="en-GB">
              <a:solidFill>
                <a:schemeClr val="bg1"/>
              </a:solidFill>
            </a:endParaRPr>
          </a:p>
        </p:txBody>
      </p:sp>
      <p:sp>
        <p:nvSpPr>
          <p:cNvPr id="19" name="Footer Placeholder 4">
            <a:extLst>
              <a:ext uri="{FF2B5EF4-FFF2-40B4-BE49-F238E27FC236}">
                <a16:creationId xmlns:a16="http://schemas.microsoft.com/office/drawing/2014/main" id="{4FE22976-BB8F-1E76-56D9-463239DC2BC5}"/>
              </a:ext>
            </a:extLst>
          </p:cNvPr>
          <p:cNvSpPr>
            <a:spLocks noGrp="1"/>
          </p:cNvSpPr>
          <p:nvPr>
            <p:ph type="ftr" sz="quarter" idx="11"/>
          </p:nvPr>
        </p:nvSpPr>
        <p:spPr>
          <a:xfrm>
            <a:off x="1177289" y="6274011"/>
            <a:ext cx="3118485" cy="360000"/>
          </a:xfrm>
        </p:spPr>
        <p:txBody>
          <a:bodyPr/>
          <a:lstStyle>
            <a:lvl1pPr>
              <a:defRPr>
                <a:solidFill>
                  <a:schemeClr val="accent1"/>
                </a:solidFill>
              </a:defRPr>
            </a:lvl1pPr>
          </a:lstStyle>
          <a:p>
            <a:r>
              <a:rPr lang="en-GB">
                <a:solidFill>
                  <a:schemeClr val="bg1"/>
                </a:solidFill>
              </a:rPr>
              <a:t>Confidential</a:t>
            </a:r>
          </a:p>
        </p:txBody>
      </p:sp>
      <p:sp>
        <p:nvSpPr>
          <p:cNvPr id="20" name="Slide Number Placeholder 5">
            <a:extLst>
              <a:ext uri="{FF2B5EF4-FFF2-40B4-BE49-F238E27FC236}">
                <a16:creationId xmlns:a16="http://schemas.microsoft.com/office/drawing/2014/main" id="{E484B948-4BC8-48A0-6153-8580AAF8D763}"/>
              </a:ext>
            </a:extLst>
          </p:cNvPr>
          <p:cNvSpPr>
            <a:spLocks noGrp="1"/>
          </p:cNvSpPr>
          <p:nvPr>
            <p:ph type="sldNum" sz="quarter" idx="12"/>
          </p:nvPr>
        </p:nvSpPr>
        <p:spPr>
          <a:xfrm>
            <a:off x="9113838" y="6274011"/>
            <a:ext cx="2743200" cy="360000"/>
          </a:xfrm>
        </p:spPr>
        <p:txBody>
          <a:bodyPr/>
          <a:lstStyle>
            <a:lvl1pPr>
              <a:defRPr>
                <a:solidFill>
                  <a:schemeClr val="accent1"/>
                </a:solidFill>
              </a:defRPr>
            </a:lvl1pPr>
          </a:lstStyle>
          <a:p>
            <a:fld id="{D12734D3-D73F-6A4D-B2B5-DCD15EBB8EEC}" type="slidenum">
              <a:rPr lang="en-GB" smtClean="0">
                <a:solidFill>
                  <a:schemeClr val="bg1"/>
                </a:solidFill>
              </a:rPr>
              <a:pPr/>
              <a:t>3</a:t>
            </a:fld>
            <a:endParaRPr lang="en-GB">
              <a:solidFill>
                <a:schemeClr val="bg1"/>
              </a:solidFill>
            </a:endParaRPr>
          </a:p>
        </p:txBody>
      </p:sp>
      <p:pic>
        <p:nvPicPr>
          <p:cNvPr id="21" name="object 3">
            <a:extLst>
              <a:ext uri="{FF2B5EF4-FFF2-40B4-BE49-F238E27FC236}">
                <a16:creationId xmlns:a16="http://schemas.microsoft.com/office/drawing/2014/main" id="{73B163B4-2CB8-DB33-2EC3-5DF0DA8500CC}"/>
              </a:ext>
            </a:extLst>
          </p:cNvPr>
          <p:cNvPicPr/>
          <p:nvPr/>
        </p:nvPicPr>
        <p:blipFill>
          <a:blip r:embed="rId2" cstate="print"/>
          <a:stretch>
            <a:fillRect/>
          </a:stretch>
        </p:blipFill>
        <p:spPr>
          <a:xfrm>
            <a:off x="10306406" y="348812"/>
            <a:ext cx="1558645" cy="353232"/>
          </a:xfrm>
          <a:prstGeom prst="rect">
            <a:avLst/>
          </a:prstGeom>
        </p:spPr>
      </p:pic>
      <p:sp>
        <p:nvSpPr>
          <p:cNvPr id="10" name="Oval 9">
            <a:extLst>
              <a:ext uri="{FF2B5EF4-FFF2-40B4-BE49-F238E27FC236}">
                <a16:creationId xmlns:a16="http://schemas.microsoft.com/office/drawing/2014/main" id="{97EC9B17-AA76-A65E-0CA7-36CB0AF172D1}"/>
              </a:ext>
            </a:extLst>
          </p:cNvPr>
          <p:cNvSpPr/>
          <p:nvPr/>
        </p:nvSpPr>
        <p:spPr>
          <a:xfrm>
            <a:off x="2058526" y="1061799"/>
            <a:ext cx="5205046" cy="5205042"/>
          </a:xfrm>
          <a:prstGeom prst="ellipse">
            <a:avLst/>
          </a:prstGeom>
          <a:solidFill>
            <a:schemeClr val="accent2"/>
          </a:solidFill>
          <a:ln w="44450" cap="flat">
            <a:noFill/>
            <a:prstDash val="solid"/>
            <a:miter/>
          </a:ln>
          <a:effectLst>
            <a:innerShdw blurRad="88900" dist="88900" dir="2700000">
              <a:prstClr val="black">
                <a:alpha val="30000"/>
              </a:prstClr>
            </a:innerShdw>
          </a:effectLst>
        </p:spPr>
        <p:txBody>
          <a:bodyPr rtlCol="0" anchor="ctr"/>
          <a:lstStyle/>
          <a:p>
            <a:pPr algn="l"/>
            <a:endParaRPr lang="en-GB"/>
          </a:p>
        </p:txBody>
      </p:sp>
      <p:sp>
        <p:nvSpPr>
          <p:cNvPr id="11" name="Oval 10">
            <a:extLst>
              <a:ext uri="{FF2B5EF4-FFF2-40B4-BE49-F238E27FC236}">
                <a16:creationId xmlns:a16="http://schemas.microsoft.com/office/drawing/2014/main" id="{38BB9BEC-5F0F-45AC-54EC-C010CEDA9AAB}"/>
              </a:ext>
            </a:extLst>
          </p:cNvPr>
          <p:cNvSpPr/>
          <p:nvPr/>
        </p:nvSpPr>
        <p:spPr>
          <a:xfrm>
            <a:off x="2574341" y="1577614"/>
            <a:ext cx="4173416" cy="4173412"/>
          </a:xfrm>
          <a:prstGeom prst="ellipse">
            <a:avLst/>
          </a:prstGeom>
          <a:solidFill>
            <a:schemeClr val="accent2">
              <a:lumMod val="60000"/>
              <a:lumOff val="40000"/>
            </a:schemeClr>
          </a:solidFill>
          <a:ln w="44450" cap="flat">
            <a:noFill/>
            <a:prstDash val="solid"/>
            <a:miter/>
          </a:ln>
          <a:effectLst>
            <a:innerShdw blurRad="88900" dist="88900" dir="2700000">
              <a:prstClr val="black">
                <a:alpha val="30000"/>
              </a:prstClr>
            </a:innerShdw>
          </a:effectLst>
        </p:spPr>
        <p:txBody>
          <a:bodyPr rtlCol="0" anchor="ctr"/>
          <a:lstStyle/>
          <a:p>
            <a:pPr algn="l"/>
            <a:endParaRPr lang="en-GB"/>
          </a:p>
        </p:txBody>
      </p:sp>
      <p:sp>
        <p:nvSpPr>
          <p:cNvPr id="12" name="Oval 11">
            <a:extLst>
              <a:ext uri="{FF2B5EF4-FFF2-40B4-BE49-F238E27FC236}">
                <a16:creationId xmlns:a16="http://schemas.microsoft.com/office/drawing/2014/main" id="{7012944F-DE10-D6D5-F279-1FB76DA35441}"/>
              </a:ext>
            </a:extLst>
          </p:cNvPr>
          <p:cNvSpPr/>
          <p:nvPr/>
        </p:nvSpPr>
        <p:spPr>
          <a:xfrm>
            <a:off x="3137049" y="2140322"/>
            <a:ext cx="3048000" cy="3047996"/>
          </a:xfrm>
          <a:prstGeom prst="ellipse">
            <a:avLst/>
          </a:prstGeom>
          <a:solidFill>
            <a:schemeClr val="tx2"/>
          </a:solidFill>
          <a:ln w="44450" cap="flat">
            <a:noFill/>
            <a:prstDash val="solid"/>
            <a:miter/>
          </a:ln>
          <a:effectLst>
            <a:innerShdw blurRad="88900" dist="88900" dir="2700000">
              <a:prstClr val="black">
                <a:alpha val="30000"/>
              </a:prstClr>
            </a:innerShdw>
          </a:effectLst>
        </p:spPr>
        <p:txBody>
          <a:bodyPr rtlCol="0" anchor="ctr"/>
          <a:lstStyle/>
          <a:p>
            <a:pPr algn="l"/>
            <a:endParaRPr lang="en-GB"/>
          </a:p>
        </p:txBody>
      </p:sp>
      <p:sp>
        <p:nvSpPr>
          <p:cNvPr id="13" name="Oval 12">
            <a:extLst>
              <a:ext uri="{FF2B5EF4-FFF2-40B4-BE49-F238E27FC236}">
                <a16:creationId xmlns:a16="http://schemas.microsoft.com/office/drawing/2014/main" id="{D47565A1-B088-BC93-B20C-BC0452C7C649}"/>
              </a:ext>
            </a:extLst>
          </p:cNvPr>
          <p:cNvSpPr/>
          <p:nvPr/>
        </p:nvSpPr>
        <p:spPr>
          <a:xfrm>
            <a:off x="3681437" y="2684710"/>
            <a:ext cx="1959224" cy="1959220"/>
          </a:xfrm>
          <a:prstGeom prst="ellipse">
            <a:avLst/>
          </a:prstGeom>
          <a:solidFill>
            <a:schemeClr val="accent2"/>
          </a:solidFill>
          <a:ln w="44450" cap="flat">
            <a:noFill/>
            <a:prstDash val="solid"/>
            <a:miter/>
          </a:ln>
          <a:effectLst>
            <a:innerShdw blurRad="88900" dist="88900" dir="2700000">
              <a:prstClr val="black">
                <a:alpha val="30000"/>
              </a:prstClr>
            </a:innerShdw>
          </a:effectLst>
        </p:spPr>
        <p:txBody>
          <a:bodyPr rtlCol="0" anchor="ctr"/>
          <a:lstStyle/>
          <a:p>
            <a:pPr algn="l"/>
            <a:endParaRPr lang="en-GB"/>
          </a:p>
        </p:txBody>
      </p:sp>
      <p:sp>
        <p:nvSpPr>
          <p:cNvPr id="14" name="Title 5">
            <a:extLst>
              <a:ext uri="{FF2B5EF4-FFF2-40B4-BE49-F238E27FC236}">
                <a16:creationId xmlns:a16="http://schemas.microsoft.com/office/drawing/2014/main" id="{16903786-FD59-925A-678F-C98349D70572}"/>
              </a:ext>
            </a:extLst>
          </p:cNvPr>
          <p:cNvSpPr txBox="1">
            <a:spLocks/>
          </p:cNvSpPr>
          <p:nvPr/>
        </p:nvSpPr>
        <p:spPr>
          <a:xfrm>
            <a:off x="3946749" y="1370918"/>
            <a:ext cx="1418395" cy="669367"/>
          </a:xfrm>
          <a:prstGeom prst="rect">
            <a:avLst/>
          </a:prstGeom>
        </p:spPr>
        <p:txBody>
          <a:bodyPr vert="horz" lIns="0" tIns="0" rIns="0" bIns="0" rtlCol="0" anchor="t">
            <a:prstTxWarp prst="textArchUp">
              <a:avLst/>
            </a:prstTxWarp>
            <a:noAutofit/>
          </a:bodyPr>
          <a:lstStyle>
            <a:lvl1pPr algn="l" defTabSz="914400" rtl="0" eaLnBrk="1" latinLnBrk="0" hangingPunct="1">
              <a:lnSpc>
                <a:spcPct val="90000"/>
              </a:lnSpc>
              <a:spcBef>
                <a:spcPct val="0"/>
              </a:spcBef>
              <a:buNone/>
              <a:defRPr sz="2000" b="1" kern="1200">
                <a:solidFill>
                  <a:schemeClr val="tx2"/>
                </a:solidFill>
                <a:latin typeface="Raleway" pitchFamily="2" charset="77"/>
                <a:ea typeface="+mj-ea"/>
                <a:cs typeface="+mj-cs"/>
              </a:defRPr>
            </a:lvl1pPr>
          </a:lstStyle>
          <a:p>
            <a:pPr algn="ctr"/>
            <a:r>
              <a:rPr lang="en-US" sz="1800" dirty="0">
                <a:solidFill>
                  <a:schemeClr val="bg1"/>
                </a:solidFill>
                <a:latin typeface="Corporate Traveller SemiBold" pitchFamily="2" charset="77"/>
              </a:rPr>
              <a:t>Melon</a:t>
            </a:r>
          </a:p>
        </p:txBody>
      </p:sp>
      <p:sp>
        <p:nvSpPr>
          <p:cNvPr id="15" name="Title 5">
            <a:extLst>
              <a:ext uri="{FF2B5EF4-FFF2-40B4-BE49-F238E27FC236}">
                <a16:creationId xmlns:a16="http://schemas.microsoft.com/office/drawing/2014/main" id="{1416F158-0F9B-C3A7-F81A-20419214633E}"/>
              </a:ext>
            </a:extLst>
          </p:cNvPr>
          <p:cNvSpPr txBox="1">
            <a:spLocks/>
          </p:cNvSpPr>
          <p:nvPr/>
        </p:nvSpPr>
        <p:spPr>
          <a:xfrm>
            <a:off x="3492658" y="1911823"/>
            <a:ext cx="2326578" cy="1599006"/>
          </a:xfrm>
          <a:prstGeom prst="rect">
            <a:avLst/>
          </a:prstGeom>
        </p:spPr>
        <p:txBody>
          <a:bodyPr vert="horz" lIns="0" tIns="0" rIns="0" bIns="0" rtlCol="0" anchor="t">
            <a:prstTxWarp prst="textArchUp">
              <a:avLst/>
            </a:prstTxWarp>
            <a:noAutofit/>
          </a:bodyPr>
          <a:lstStyle>
            <a:lvl1pPr algn="l" defTabSz="914400" rtl="0" eaLnBrk="1" latinLnBrk="0" hangingPunct="1">
              <a:lnSpc>
                <a:spcPct val="90000"/>
              </a:lnSpc>
              <a:spcBef>
                <a:spcPct val="0"/>
              </a:spcBef>
              <a:buNone/>
              <a:defRPr sz="2000" b="1" kern="1200">
                <a:solidFill>
                  <a:schemeClr val="tx2"/>
                </a:solidFill>
                <a:latin typeface="Raleway" pitchFamily="2" charset="77"/>
                <a:ea typeface="+mj-ea"/>
                <a:cs typeface="+mj-cs"/>
              </a:defRPr>
            </a:lvl1pPr>
          </a:lstStyle>
          <a:p>
            <a:pPr algn="ctr"/>
            <a:r>
              <a:rPr lang="en-US" sz="1800" dirty="0">
                <a:solidFill>
                  <a:schemeClr val="bg1"/>
                </a:solidFill>
                <a:latin typeface="Corporate Traveller SemiBold" pitchFamily="2" charset="77"/>
              </a:rPr>
              <a:t>Exclusive Content</a:t>
            </a:r>
          </a:p>
        </p:txBody>
      </p:sp>
      <p:sp>
        <p:nvSpPr>
          <p:cNvPr id="16" name="Title 5">
            <a:extLst>
              <a:ext uri="{FF2B5EF4-FFF2-40B4-BE49-F238E27FC236}">
                <a16:creationId xmlns:a16="http://schemas.microsoft.com/office/drawing/2014/main" id="{2C0AD779-521D-2ABD-DD97-8122A5D35A8F}"/>
              </a:ext>
            </a:extLst>
          </p:cNvPr>
          <p:cNvSpPr txBox="1">
            <a:spLocks/>
          </p:cNvSpPr>
          <p:nvPr/>
        </p:nvSpPr>
        <p:spPr>
          <a:xfrm>
            <a:off x="3492658" y="2468930"/>
            <a:ext cx="2326578" cy="2582002"/>
          </a:xfrm>
          <a:prstGeom prst="rect">
            <a:avLst/>
          </a:prstGeom>
        </p:spPr>
        <p:txBody>
          <a:bodyPr vert="horz" lIns="0" tIns="0" rIns="0" bIns="0" rtlCol="0" anchor="t">
            <a:prstTxWarp prst="textArchUp">
              <a:avLst/>
            </a:prstTxWarp>
            <a:noAutofit/>
          </a:bodyPr>
          <a:lstStyle>
            <a:lvl1pPr algn="l" defTabSz="914400" rtl="0" eaLnBrk="1" latinLnBrk="0" hangingPunct="1">
              <a:lnSpc>
                <a:spcPct val="90000"/>
              </a:lnSpc>
              <a:spcBef>
                <a:spcPct val="0"/>
              </a:spcBef>
              <a:buNone/>
              <a:defRPr sz="2000" b="1" kern="1200">
                <a:solidFill>
                  <a:schemeClr val="tx2"/>
                </a:solidFill>
                <a:latin typeface="Raleway" pitchFamily="2" charset="77"/>
                <a:ea typeface="+mj-ea"/>
                <a:cs typeface="+mj-cs"/>
              </a:defRPr>
            </a:lvl1pPr>
          </a:lstStyle>
          <a:p>
            <a:pPr algn="ctr"/>
            <a:r>
              <a:rPr lang="en-US" sz="1800" dirty="0">
                <a:solidFill>
                  <a:schemeClr val="bg1"/>
                </a:solidFill>
                <a:latin typeface="Corporate Traveller SemiBold" pitchFamily="2" charset="77"/>
              </a:rPr>
              <a:t>Dedicated Expert</a:t>
            </a:r>
          </a:p>
        </p:txBody>
      </p:sp>
      <p:sp>
        <p:nvSpPr>
          <p:cNvPr id="17" name="Title 5">
            <a:extLst>
              <a:ext uri="{FF2B5EF4-FFF2-40B4-BE49-F238E27FC236}">
                <a16:creationId xmlns:a16="http://schemas.microsoft.com/office/drawing/2014/main" id="{D4042AA6-3019-57CB-E26F-DA0342E0093A}"/>
              </a:ext>
            </a:extLst>
          </p:cNvPr>
          <p:cNvSpPr txBox="1">
            <a:spLocks/>
          </p:cNvSpPr>
          <p:nvPr/>
        </p:nvSpPr>
        <p:spPr>
          <a:xfrm>
            <a:off x="4070769" y="3787361"/>
            <a:ext cx="1139742" cy="504124"/>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000" b="1" kern="1200">
                <a:solidFill>
                  <a:schemeClr val="tx2"/>
                </a:solidFill>
                <a:latin typeface="Raleway" pitchFamily="2" charset="77"/>
                <a:ea typeface="+mj-ea"/>
                <a:cs typeface="+mj-cs"/>
              </a:defRPr>
            </a:lvl1pPr>
          </a:lstStyle>
          <a:p>
            <a:pPr algn="ctr"/>
            <a:r>
              <a:rPr lang="en-US" sz="1800" dirty="0">
                <a:solidFill>
                  <a:schemeClr val="bg1"/>
                </a:solidFill>
                <a:latin typeface="Corporate Traveller SemiBold" pitchFamily="2" charset="77"/>
              </a:rPr>
              <a:t>Our</a:t>
            </a:r>
            <a:br>
              <a:rPr lang="en-US" sz="1800" dirty="0">
                <a:solidFill>
                  <a:schemeClr val="bg1"/>
                </a:solidFill>
                <a:latin typeface="Corporate Traveller SemiBold" pitchFamily="2" charset="77"/>
              </a:rPr>
            </a:br>
            <a:r>
              <a:rPr lang="en-US" sz="1800" dirty="0">
                <a:solidFill>
                  <a:schemeClr val="bg1"/>
                </a:solidFill>
                <a:latin typeface="Corporate Traveller SemiBold" pitchFamily="2" charset="77"/>
              </a:rPr>
              <a:t>Customer</a:t>
            </a:r>
          </a:p>
        </p:txBody>
      </p:sp>
      <p:sp>
        <p:nvSpPr>
          <p:cNvPr id="2" name="Title 5">
            <a:extLst>
              <a:ext uri="{FF2B5EF4-FFF2-40B4-BE49-F238E27FC236}">
                <a16:creationId xmlns:a16="http://schemas.microsoft.com/office/drawing/2014/main" id="{B29899D2-F20C-5A1C-D7BD-A2A50D06BCBE}"/>
              </a:ext>
            </a:extLst>
          </p:cNvPr>
          <p:cNvSpPr txBox="1">
            <a:spLocks/>
          </p:cNvSpPr>
          <p:nvPr/>
        </p:nvSpPr>
        <p:spPr>
          <a:xfrm>
            <a:off x="4101382" y="5883950"/>
            <a:ext cx="1109130" cy="228781"/>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000" b="1" kern="1200">
                <a:solidFill>
                  <a:schemeClr val="tx2"/>
                </a:solidFill>
                <a:latin typeface="Raleway" pitchFamily="2" charset="77"/>
                <a:ea typeface="+mj-ea"/>
                <a:cs typeface="+mj-cs"/>
              </a:defRPr>
            </a:lvl1pPr>
          </a:lstStyle>
          <a:p>
            <a:pPr algn="ctr"/>
            <a:r>
              <a:rPr lang="en-US" sz="1800" dirty="0">
                <a:solidFill>
                  <a:schemeClr val="bg1"/>
                </a:solidFill>
                <a:latin typeface="Corporate Traveller SemiBold" pitchFamily="2" charset="77"/>
              </a:rPr>
              <a:t>Mel</a:t>
            </a:r>
          </a:p>
        </p:txBody>
      </p:sp>
      <p:pic>
        <p:nvPicPr>
          <p:cNvPr id="23" name="Picture 22">
            <a:extLst>
              <a:ext uri="{FF2B5EF4-FFF2-40B4-BE49-F238E27FC236}">
                <a16:creationId xmlns:a16="http://schemas.microsoft.com/office/drawing/2014/main" id="{6E1F3274-6D51-ED46-6A36-4844EDEFD7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7415" y="2981509"/>
            <a:ext cx="747268" cy="747268"/>
          </a:xfrm>
          <a:prstGeom prst="rect">
            <a:avLst/>
          </a:prstGeom>
        </p:spPr>
      </p:pic>
    </p:spTree>
    <p:extLst>
      <p:ext uri="{BB962C8B-B14F-4D97-AF65-F5344CB8AC3E}">
        <p14:creationId xmlns:p14="http://schemas.microsoft.com/office/powerpoint/2010/main" val="395268092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A2F999-FE6B-2C60-5D81-38C0D927A87B}"/>
              </a:ext>
            </a:extLst>
          </p:cNvPr>
          <p:cNvSpPr/>
          <p:nvPr/>
        </p:nvSpPr>
        <p:spPr>
          <a:xfrm>
            <a:off x="0" y="0"/>
            <a:ext cx="12192000" cy="6858000"/>
          </a:xfrm>
          <a:prstGeom prst="rect">
            <a:avLst/>
          </a:prstGeom>
          <a:solidFill>
            <a:schemeClr val="tx2"/>
          </a:solidFill>
          <a:ln w="44450" cap="flat">
            <a:noFill/>
            <a:prstDash val="solid"/>
            <a:miter/>
          </a:ln>
        </p:spPr>
        <p:txBody>
          <a:bodyPr rtlCol="0" anchor="ctr"/>
          <a:lstStyle/>
          <a:p>
            <a:pPr algn="l"/>
            <a:endParaRPr lang="en-GB"/>
          </a:p>
        </p:txBody>
      </p:sp>
      <p:sp>
        <p:nvSpPr>
          <p:cNvPr id="21" name="Rounded Rectangle 20">
            <a:extLst>
              <a:ext uri="{FF2B5EF4-FFF2-40B4-BE49-F238E27FC236}">
                <a16:creationId xmlns:a16="http://schemas.microsoft.com/office/drawing/2014/main" id="{B21D77F6-32C9-0778-56EB-B00C33BA1721}"/>
              </a:ext>
            </a:extLst>
          </p:cNvPr>
          <p:cNvSpPr/>
          <p:nvPr/>
        </p:nvSpPr>
        <p:spPr>
          <a:xfrm>
            <a:off x="388042" y="2323218"/>
            <a:ext cx="2628000" cy="3790343"/>
          </a:xfrm>
          <a:prstGeom prst="roundRect">
            <a:avLst>
              <a:gd name="adj" fmla="val 11433"/>
            </a:avLst>
          </a:prstGeom>
          <a:solidFill>
            <a:schemeClr val="bg1"/>
          </a:solidFill>
          <a:ln w="44450" cap="flat">
            <a:noFill/>
            <a:prstDash val="solid"/>
            <a:miter/>
          </a:ln>
        </p:spPr>
        <p:txBody>
          <a:bodyPr rtlCol="0" anchor="ctr"/>
          <a:lstStyle/>
          <a:p>
            <a:pPr algn="l"/>
            <a:endParaRPr lang="en-GB"/>
          </a:p>
        </p:txBody>
      </p:sp>
      <p:sp>
        <p:nvSpPr>
          <p:cNvPr id="22" name="Rounded Rectangle 21">
            <a:extLst>
              <a:ext uri="{FF2B5EF4-FFF2-40B4-BE49-F238E27FC236}">
                <a16:creationId xmlns:a16="http://schemas.microsoft.com/office/drawing/2014/main" id="{CA075148-C8D6-3F0E-C881-A98333734341}"/>
              </a:ext>
            </a:extLst>
          </p:cNvPr>
          <p:cNvSpPr/>
          <p:nvPr/>
        </p:nvSpPr>
        <p:spPr>
          <a:xfrm>
            <a:off x="3348062" y="2323218"/>
            <a:ext cx="2628000" cy="3790343"/>
          </a:xfrm>
          <a:prstGeom prst="roundRect">
            <a:avLst>
              <a:gd name="adj" fmla="val 8922"/>
            </a:avLst>
          </a:prstGeom>
          <a:solidFill>
            <a:schemeClr val="bg1"/>
          </a:solidFill>
          <a:ln w="44450" cap="flat">
            <a:noFill/>
            <a:prstDash val="solid"/>
            <a:miter/>
          </a:ln>
        </p:spPr>
        <p:txBody>
          <a:bodyPr rtlCol="0" anchor="ctr"/>
          <a:lstStyle/>
          <a:p>
            <a:pPr algn="l"/>
            <a:endParaRPr lang="en-GB"/>
          </a:p>
        </p:txBody>
      </p:sp>
      <p:sp>
        <p:nvSpPr>
          <p:cNvPr id="23" name="Rounded Rectangle 22">
            <a:extLst>
              <a:ext uri="{FF2B5EF4-FFF2-40B4-BE49-F238E27FC236}">
                <a16:creationId xmlns:a16="http://schemas.microsoft.com/office/drawing/2014/main" id="{7352EBF1-3297-59DD-A36B-2F138E0C7C80}"/>
              </a:ext>
            </a:extLst>
          </p:cNvPr>
          <p:cNvSpPr/>
          <p:nvPr/>
        </p:nvSpPr>
        <p:spPr>
          <a:xfrm>
            <a:off x="6313861" y="2323218"/>
            <a:ext cx="2628000" cy="3790343"/>
          </a:xfrm>
          <a:prstGeom prst="roundRect">
            <a:avLst>
              <a:gd name="adj" fmla="val 9765"/>
            </a:avLst>
          </a:prstGeom>
          <a:solidFill>
            <a:schemeClr val="bg1"/>
          </a:solidFill>
          <a:ln w="44450" cap="flat">
            <a:noFill/>
            <a:prstDash val="solid"/>
            <a:miter/>
          </a:ln>
        </p:spPr>
        <p:txBody>
          <a:bodyPr rtlCol="0" anchor="ctr"/>
          <a:lstStyle/>
          <a:p>
            <a:pPr algn="l"/>
            <a:endParaRPr lang="en-GB"/>
          </a:p>
        </p:txBody>
      </p:sp>
      <p:sp>
        <p:nvSpPr>
          <p:cNvPr id="24" name="Rounded Rectangle 23">
            <a:extLst>
              <a:ext uri="{FF2B5EF4-FFF2-40B4-BE49-F238E27FC236}">
                <a16:creationId xmlns:a16="http://schemas.microsoft.com/office/drawing/2014/main" id="{A581AB09-20F9-D073-B832-3EF6F32700B0}"/>
              </a:ext>
            </a:extLst>
          </p:cNvPr>
          <p:cNvSpPr/>
          <p:nvPr/>
        </p:nvSpPr>
        <p:spPr>
          <a:xfrm>
            <a:off x="9203999" y="2323218"/>
            <a:ext cx="2628000" cy="3790343"/>
          </a:xfrm>
          <a:prstGeom prst="roundRect">
            <a:avLst>
              <a:gd name="adj" fmla="val 10608"/>
            </a:avLst>
          </a:prstGeom>
          <a:solidFill>
            <a:schemeClr val="bg1"/>
          </a:solidFill>
          <a:ln w="44450" cap="flat">
            <a:noFill/>
            <a:prstDash val="solid"/>
            <a:miter/>
          </a:ln>
        </p:spPr>
        <p:txBody>
          <a:bodyPr rtlCol="0" anchor="ctr"/>
          <a:lstStyle/>
          <a:p>
            <a:pPr algn="l"/>
            <a:endParaRPr lang="en-GB"/>
          </a:p>
        </p:txBody>
      </p:sp>
      <p:sp>
        <p:nvSpPr>
          <p:cNvPr id="9" name="Title 5">
            <a:extLst>
              <a:ext uri="{FF2B5EF4-FFF2-40B4-BE49-F238E27FC236}">
                <a16:creationId xmlns:a16="http://schemas.microsoft.com/office/drawing/2014/main" id="{086AB2F3-45B7-68C5-FB64-65FEBED1A957}"/>
              </a:ext>
            </a:extLst>
          </p:cNvPr>
          <p:cNvSpPr>
            <a:spLocks noGrp="1"/>
          </p:cNvSpPr>
          <p:nvPr>
            <p:ph type="title"/>
          </p:nvPr>
        </p:nvSpPr>
        <p:spPr>
          <a:xfrm>
            <a:off x="360000" y="494928"/>
            <a:ext cx="3645943" cy="359997"/>
          </a:xfrm>
        </p:spPr>
        <p:txBody>
          <a:bodyPr/>
          <a:lstStyle/>
          <a:p>
            <a:r>
              <a:rPr lang="en-US" sz="3200" dirty="0">
                <a:solidFill>
                  <a:schemeClr val="bg1"/>
                </a:solidFill>
                <a:latin typeface="Corporate Traveller" pitchFamily="2" charset="0"/>
              </a:rPr>
              <a:t>How we deliver</a:t>
            </a:r>
          </a:p>
        </p:txBody>
      </p:sp>
      <p:sp>
        <p:nvSpPr>
          <p:cNvPr id="4" name="Rounded Rectangle 3">
            <a:extLst>
              <a:ext uri="{FF2B5EF4-FFF2-40B4-BE49-F238E27FC236}">
                <a16:creationId xmlns:a16="http://schemas.microsoft.com/office/drawing/2014/main" id="{73D28B19-E882-9CEA-E21F-9D54FDFC0080}"/>
              </a:ext>
            </a:extLst>
          </p:cNvPr>
          <p:cNvSpPr/>
          <p:nvPr/>
        </p:nvSpPr>
        <p:spPr>
          <a:xfrm>
            <a:off x="383092" y="2323214"/>
            <a:ext cx="2637928" cy="740233"/>
          </a:xfrm>
          <a:prstGeom prst="roundRect">
            <a:avLst>
              <a:gd name="adj" fmla="val 27882"/>
            </a:avLst>
          </a:prstGeom>
          <a:solidFill>
            <a:schemeClr val="accent2"/>
          </a:solidFill>
          <a:ln w="44450" cap="flat">
            <a:noFill/>
            <a:prstDash val="solid"/>
            <a:miter/>
          </a:ln>
        </p:spPr>
        <p:txBody>
          <a:bodyPr rtlCol="0" anchor="ctr"/>
          <a:lstStyle/>
          <a:p>
            <a:pPr algn="l"/>
            <a:endParaRPr lang="en-GB"/>
          </a:p>
        </p:txBody>
      </p:sp>
      <p:sp>
        <p:nvSpPr>
          <p:cNvPr id="5" name="Rounded Rectangle 4">
            <a:extLst>
              <a:ext uri="{FF2B5EF4-FFF2-40B4-BE49-F238E27FC236}">
                <a16:creationId xmlns:a16="http://schemas.microsoft.com/office/drawing/2014/main" id="{544985C2-97EC-1C41-BBEC-2E2F0519C9B5}"/>
              </a:ext>
            </a:extLst>
          </p:cNvPr>
          <p:cNvSpPr/>
          <p:nvPr/>
        </p:nvSpPr>
        <p:spPr>
          <a:xfrm>
            <a:off x="3345440" y="2323214"/>
            <a:ext cx="2628000" cy="740233"/>
          </a:xfrm>
          <a:prstGeom prst="roundRect">
            <a:avLst>
              <a:gd name="adj" fmla="val 27882"/>
            </a:avLst>
          </a:prstGeom>
          <a:solidFill>
            <a:schemeClr val="accent2"/>
          </a:solidFill>
          <a:ln w="44450" cap="flat">
            <a:noFill/>
            <a:prstDash val="solid"/>
            <a:miter/>
          </a:ln>
        </p:spPr>
        <p:txBody>
          <a:bodyPr rtlCol="0" anchor="ctr"/>
          <a:lstStyle/>
          <a:p>
            <a:pPr algn="l"/>
            <a:endParaRPr lang="en-GB"/>
          </a:p>
        </p:txBody>
      </p:sp>
      <p:sp>
        <p:nvSpPr>
          <p:cNvPr id="6" name="Rounded Rectangle 5">
            <a:extLst>
              <a:ext uri="{FF2B5EF4-FFF2-40B4-BE49-F238E27FC236}">
                <a16:creationId xmlns:a16="http://schemas.microsoft.com/office/drawing/2014/main" id="{267879CB-F515-95FF-DDDF-4CB847C04E44}"/>
              </a:ext>
            </a:extLst>
          </p:cNvPr>
          <p:cNvSpPr/>
          <p:nvPr/>
        </p:nvSpPr>
        <p:spPr>
          <a:xfrm>
            <a:off x="6307171" y="2323214"/>
            <a:ext cx="2634690" cy="740233"/>
          </a:xfrm>
          <a:prstGeom prst="roundRect">
            <a:avLst>
              <a:gd name="adj" fmla="val 27882"/>
            </a:avLst>
          </a:prstGeom>
          <a:solidFill>
            <a:schemeClr val="accent2"/>
          </a:solidFill>
          <a:ln w="44450" cap="flat">
            <a:noFill/>
            <a:prstDash val="solid"/>
            <a:miter/>
          </a:ln>
        </p:spPr>
        <p:txBody>
          <a:bodyPr rtlCol="0" anchor="ctr"/>
          <a:lstStyle/>
          <a:p>
            <a:pPr algn="l"/>
            <a:endParaRPr lang="en-GB"/>
          </a:p>
        </p:txBody>
      </p:sp>
      <p:sp>
        <p:nvSpPr>
          <p:cNvPr id="18" name="Rounded Rectangle 17">
            <a:extLst>
              <a:ext uri="{FF2B5EF4-FFF2-40B4-BE49-F238E27FC236}">
                <a16:creationId xmlns:a16="http://schemas.microsoft.com/office/drawing/2014/main" id="{4ED5AEB7-139E-4D34-2AA4-4FD0B193F4A0}"/>
              </a:ext>
            </a:extLst>
          </p:cNvPr>
          <p:cNvSpPr/>
          <p:nvPr/>
        </p:nvSpPr>
        <p:spPr>
          <a:xfrm>
            <a:off x="9203999" y="2323214"/>
            <a:ext cx="2628000" cy="740233"/>
          </a:xfrm>
          <a:prstGeom prst="roundRect">
            <a:avLst>
              <a:gd name="adj" fmla="val 27882"/>
            </a:avLst>
          </a:prstGeom>
          <a:solidFill>
            <a:schemeClr val="accent2"/>
          </a:solidFill>
          <a:ln w="44450" cap="flat">
            <a:noFill/>
            <a:prstDash val="solid"/>
            <a:miter/>
          </a:ln>
        </p:spPr>
        <p:txBody>
          <a:bodyPr rtlCol="0" anchor="ctr"/>
          <a:lstStyle/>
          <a:p>
            <a:pPr algn="l"/>
            <a:endParaRPr lang="en-GB"/>
          </a:p>
        </p:txBody>
      </p:sp>
      <p:sp>
        <p:nvSpPr>
          <p:cNvPr id="27" name="TextBox 26">
            <a:extLst>
              <a:ext uri="{FF2B5EF4-FFF2-40B4-BE49-F238E27FC236}">
                <a16:creationId xmlns:a16="http://schemas.microsoft.com/office/drawing/2014/main" id="{711F761B-8CAF-06B6-AC80-F8D24B874DAC}"/>
              </a:ext>
            </a:extLst>
          </p:cNvPr>
          <p:cNvSpPr txBox="1"/>
          <p:nvPr/>
        </p:nvSpPr>
        <p:spPr>
          <a:xfrm>
            <a:off x="671028" y="2442557"/>
            <a:ext cx="2062012" cy="523220"/>
          </a:xfrm>
          <a:prstGeom prst="rect">
            <a:avLst/>
          </a:prstGeom>
          <a:noFill/>
        </p:spPr>
        <p:txBody>
          <a:bodyPr wrap="square">
            <a:spAutoFit/>
          </a:bodyPr>
          <a:lstStyle/>
          <a:p>
            <a:pPr algn="ctr"/>
            <a:r>
              <a:rPr lang="en-US" sz="1400" b="1" dirty="0">
                <a:solidFill>
                  <a:schemeClr val="bg1"/>
                </a:solidFill>
                <a:latin typeface="Corporate Traveller" pitchFamily="2" charset="0"/>
              </a:rPr>
              <a:t>A real person who</a:t>
            </a:r>
            <a:br>
              <a:rPr lang="en-US" sz="1400" b="1" dirty="0">
                <a:solidFill>
                  <a:schemeClr val="bg1"/>
                </a:solidFill>
                <a:latin typeface="Corporate Traveller" pitchFamily="2" charset="0"/>
              </a:rPr>
            </a:br>
            <a:r>
              <a:rPr lang="en-US" sz="1400" b="1" dirty="0">
                <a:solidFill>
                  <a:schemeClr val="bg1"/>
                </a:solidFill>
                <a:latin typeface="Corporate Traveller" pitchFamily="2" charset="0"/>
              </a:rPr>
              <a:t>knows your business </a:t>
            </a:r>
            <a:endParaRPr lang="en-GB" sz="1400" b="1" dirty="0">
              <a:solidFill>
                <a:schemeClr val="bg1"/>
              </a:solidFill>
              <a:latin typeface="Corporate Traveller" pitchFamily="2" charset="0"/>
            </a:endParaRPr>
          </a:p>
        </p:txBody>
      </p:sp>
      <p:sp>
        <p:nvSpPr>
          <p:cNvPr id="28" name="TextBox 27">
            <a:extLst>
              <a:ext uri="{FF2B5EF4-FFF2-40B4-BE49-F238E27FC236}">
                <a16:creationId xmlns:a16="http://schemas.microsoft.com/office/drawing/2014/main" id="{D69FB298-3F85-EC5A-759A-3473D9C7005D}"/>
              </a:ext>
            </a:extLst>
          </p:cNvPr>
          <p:cNvSpPr txBox="1"/>
          <p:nvPr/>
        </p:nvSpPr>
        <p:spPr>
          <a:xfrm>
            <a:off x="3573886" y="2444450"/>
            <a:ext cx="2186756" cy="523220"/>
          </a:xfrm>
          <a:prstGeom prst="rect">
            <a:avLst/>
          </a:prstGeom>
          <a:noFill/>
        </p:spPr>
        <p:txBody>
          <a:bodyPr wrap="square">
            <a:spAutoFit/>
          </a:bodyPr>
          <a:lstStyle/>
          <a:p>
            <a:pPr algn="ctr"/>
            <a:r>
              <a:rPr lang="en-US" sz="1400" b="1" dirty="0">
                <a:solidFill>
                  <a:schemeClr val="bg1"/>
                </a:solidFill>
                <a:latin typeface="Corporate Traveller" pitchFamily="2" charset="0"/>
              </a:rPr>
              <a:t>Tech that works intentionally harder</a:t>
            </a:r>
            <a:endParaRPr lang="en-GB" sz="1400" b="1" dirty="0">
              <a:solidFill>
                <a:schemeClr val="bg1"/>
              </a:solidFill>
              <a:latin typeface="Corporate Traveller" pitchFamily="2" charset="0"/>
            </a:endParaRPr>
          </a:p>
        </p:txBody>
      </p:sp>
      <p:sp>
        <p:nvSpPr>
          <p:cNvPr id="29" name="TextBox 28">
            <a:extLst>
              <a:ext uri="{FF2B5EF4-FFF2-40B4-BE49-F238E27FC236}">
                <a16:creationId xmlns:a16="http://schemas.microsoft.com/office/drawing/2014/main" id="{E29DF472-8611-9168-00B7-FAADC9C1CFB7}"/>
              </a:ext>
            </a:extLst>
          </p:cNvPr>
          <p:cNvSpPr txBox="1"/>
          <p:nvPr/>
        </p:nvSpPr>
        <p:spPr>
          <a:xfrm>
            <a:off x="6547097" y="2444450"/>
            <a:ext cx="2186756" cy="523220"/>
          </a:xfrm>
          <a:prstGeom prst="rect">
            <a:avLst/>
          </a:prstGeom>
          <a:noFill/>
        </p:spPr>
        <p:txBody>
          <a:bodyPr wrap="square">
            <a:spAutoFit/>
          </a:bodyPr>
          <a:lstStyle/>
          <a:p>
            <a:pPr algn="ctr"/>
            <a:r>
              <a:rPr lang="en-US" sz="1400" b="1" dirty="0">
                <a:solidFill>
                  <a:schemeClr val="bg1"/>
                </a:solidFill>
                <a:latin typeface="Corporate Traveller" pitchFamily="2" charset="0"/>
              </a:rPr>
              <a:t>The full travel</a:t>
            </a:r>
            <a:br>
              <a:rPr lang="en-US" sz="1400" b="1" dirty="0">
                <a:solidFill>
                  <a:schemeClr val="bg1"/>
                </a:solidFill>
                <a:latin typeface="Corporate Traveller" pitchFamily="2" charset="0"/>
              </a:rPr>
            </a:br>
            <a:r>
              <a:rPr lang="en-US" sz="1400" b="1" dirty="0">
                <a:solidFill>
                  <a:schemeClr val="bg1"/>
                </a:solidFill>
                <a:latin typeface="Corporate Traveller" pitchFamily="2" charset="0"/>
              </a:rPr>
              <a:t>market in one place</a:t>
            </a:r>
            <a:endParaRPr lang="en-GB" sz="1400" b="1" dirty="0">
              <a:solidFill>
                <a:schemeClr val="bg1"/>
              </a:solidFill>
              <a:latin typeface="Corporate Traveller" pitchFamily="2" charset="0"/>
            </a:endParaRPr>
          </a:p>
        </p:txBody>
      </p:sp>
      <p:sp>
        <p:nvSpPr>
          <p:cNvPr id="30" name="TextBox 29">
            <a:extLst>
              <a:ext uri="{FF2B5EF4-FFF2-40B4-BE49-F238E27FC236}">
                <a16:creationId xmlns:a16="http://schemas.microsoft.com/office/drawing/2014/main" id="{2DAA7526-2D8B-F77C-2FB8-F6790EED515A}"/>
              </a:ext>
            </a:extLst>
          </p:cNvPr>
          <p:cNvSpPr txBox="1"/>
          <p:nvPr/>
        </p:nvSpPr>
        <p:spPr>
          <a:xfrm>
            <a:off x="9456254" y="2444450"/>
            <a:ext cx="2186756" cy="523220"/>
          </a:xfrm>
          <a:prstGeom prst="rect">
            <a:avLst/>
          </a:prstGeom>
          <a:noFill/>
        </p:spPr>
        <p:txBody>
          <a:bodyPr wrap="square">
            <a:spAutoFit/>
          </a:bodyPr>
          <a:lstStyle/>
          <a:p>
            <a:pPr algn="ctr"/>
            <a:r>
              <a:rPr lang="en-GB" sz="1400" b="1" dirty="0">
                <a:solidFill>
                  <a:schemeClr val="bg1"/>
                </a:solidFill>
                <a:latin typeface="Corporate Traveller" pitchFamily="2" charset="0"/>
              </a:rPr>
              <a:t>One bill.</a:t>
            </a:r>
            <a:br>
              <a:rPr lang="en-GB" sz="1400" b="1" dirty="0">
                <a:solidFill>
                  <a:schemeClr val="bg1"/>
                </a:solidFill>
                <a:latin typeface="Corporate Traveller" pitchFamily="2" charset="0"/>
              </a:rPr>
            </a:br>
            <a:r>
              <a:rPr lang="en-GB" sz="1400" b="1" dirty="0">
                <a:solidFill>
                  <a:schemeClr val="bg1"/>
                </a:solidFill>
                <a:latin typeface="Corporate Traveller" pitchFamily="2" charset="0"/>
              </a:rPr>
              <a:t>Zero headaches.</a:t>
            </a:r>
          </a:p>
        </p:txBody>
      </p:sp>
      <p:sp>
        <p:nvSpPr>
          <p:cNvPr id="34" name="TextBox 33">
            <a:extLst>
              <a:ext uri="{FF2B5EF4-FFF2-40B4-BE49-F238E27FC236}">
                <a16:creationId xmlns:a16="http://schemas.microsoft.com/office/drawing/2014/main" id="{6C012478-42E9-7A88-FC40-82667C80C442}"/>
              </a:ext>
            </a:extLst>
          </p:cNvPr>
          <p:cNvSpPr txBox="1"/>
          <p:nvPr/>
        </p:nvSpPr>
        <p:spPr>
          <a:xfrm>
            <a:off x="523818" y="3129731"/>
            <a:ext cx="2361622" cy="2165849"/>
          </a:xfrm>
          <a:prstGeom prst="rect">
            <a:avLst/>
          </a:prstGeom>
          <a:noFill/>
        </p:spPr>
        <p:txBody>
          <a:bodyPr wrap="square">
            <a:spAutoFit/>
          </a:bodyPr>
          <a:lstStyle/>
          <a:p>
            <a:pPr marL="0" indent="0" algn="ctr">
              <a:spcAft>
                <a:spcPts val="600"/>
              </a:spcAft>
              <a:buFont typeface="Arial" panose="020B0604020202020204" pitchFamily="34" charset="0"/>
              <a:buNone/>
            </a:pPr>
            <a:r>
              <a:rPr lang="en-GB" sz="1400" b="1" dirty="0">
                <a:solidFill>
                  <a:schemeClr val="tx2"/>
                </a:solidFill>
                <a:latin typeface="Corporate Traveller" pitchFamily="2" charset="0"/>
              </a:rPr>
              <a:t> People &amp; Service </a:t>
            </a:r>
          </a:p>
          <a:p>
            <a:pPr marL="0" indent="0" algn="ctr">
              <a:lnSpc>
                <a:spcPts val="1400"/>
              </a:lnSpc>
              <a:buFont typeface="Arial" panose="020B0604020202020204" pitchFamily="34" charset="0"/>
              <a:buNone/>
            </a:pPr>
            <a:r>
              <a:rPr lang="en-GB" sz="1000" dirty="0">
                <a:solidFill>
                  <a:schemeClr val="tx2"/>
                </a:solidFill>
                <a:latin typeface="Corporate Traveller" pitchFamily="2" charset="0"/>
              </a:rPr>
              <a:t>Your dedicated travel manager is a true extension of your team and has 10+ years of experience. They know your travellers, policy and priorities. And when disruption hits, as it often does, our people are the experts to fix it faster and better than anyone else. A knowledgeable and reassuring voice at the end of the line, every time.</a:t>
            </a:r>
          </a:p>
        </p:txBody>
      </p:sp>
      <p:sp>
        <p:nvSpPr>
          <p:cNvPr id="35" name="TextBox 34">
            <a:extLst>
              <a:ext uri="{FF2B5EF4-FFF2-40B4-BE49-F238E27FC236}">
                <a16:creationId xmlns:a16="http://schemas.microsoft.com/office/drawing/2014/main" id="{2FD57901-156E-288D-9B71-798432820F2D}"/>
              </a:ext>
            </a:extLst>
          </p:cNvPr>
          <p:cNvSpPr txBox="1"/>
          <p:nvPr/>
        </p:nvSpPr>
        <p:spPr>
          <a:xfrm>
            <a:off x="3383580" y="3129731"/>
            <a:ext cx="2570280" cy="2883995"/>
          </a:xfrm>
          <a:prstGeom prst="rect">
            <a:avLst/>
          </a:prstGeom>
          <a:noFill/>
        </p:spPr>
        <p:txBody>
          <a:bodyPr wrap="square">
            <a:spAutoFit/>
          </a:bodyPr>
          <a:lstStyle/>
          <a:p>
            <a:pPr marL="0" indent="0" algn="ctr">
              <a:spcAft>
                <a:spcPts val="600"/>
              </a:spcAft>
              <a:buFont typeface="Arial" panose="020B0604020202020204" pitchFamily="34" charset="0"/>
              <a:buNone/>
            </a:pPr>
            <a:r>
              <a:rPr lang="en-GB" sz="1400" b="1" dirty="0">
                <a:solidFill>
                  <a:schemeClr val="tx2"/>
                </a:solidFill>
                <a:latin typeface="Corporate Traveller" pitchFamily="2" charset="0"/>
              </a:rPr>
              <a:t>Melon &amp; Mel</a:t>
            </a:r>
            <a:endParaRPr lang="en-GB" sz="1400" dirty="0">
              <a:solidFill>
                <a:schemeClr val="tx2"/>
              </a:solidFill>
              <a:latin typeface="Corporate Traveller" pitchFamily="2" charset="0"/>
            </a:endParaRPr>
          </a:p>
          <a:p>
            <a:pPr marL="0" indent="0" algn="ctr">
              <a:lnSpc>
                <a:spcPts val="1400"/>
              </a:lnSpc>
              <a:buClr>
                <a:srgbClr val="FF2E5F"/>
              </a:buClr>
              <a:buNone/>
              <a:defRPr/>
            </a:pPr>
            <a:r>
              <a:rPr lang="en-GB" sz="1000" dirty="0">
                <a:solidFill>
                  <a:schemeClr val="tx2"/>
                </a:solidFill>
                <a:latin typeface="Corporate Traveller" pitchFamily="2" charset="0"/>
              </a:rPr>
              <a:t>Melon is the travel platform</a:t>
            </a:r>
            <a:br>
              <a:rPr lang="en-GB" sz="1000" dirty="0">
                <a:solidFill>
                  <a:schemeClr val="tx2"/>
                </a:solidFill>
                <a:latin typeface="Corporate Traveller" pitchFamily="2" charset="0"/>
              </a:rPr>
            </a:br>
            <a:r>
              <a:rPr lang="en-GB" sz="1000" dirty="0">
                <a:solidFill>
                  <a:schemeClr val="tx2"/>
                </a:solidFill>
                <a:latin typeface="Corporate Traveller" pitchFamily="2" charset="0"/>
              </a:rPr>
              <a:t>SMEs have always deserved – </a:t>
            </a:r>
            <a:br>
              <a:rPr lang="en-GB" sz="1000" dirty="0">
                <a:solidFill>
                  <a:schemeClr val="tx2"/>
                </a:solidFill>
                <a:latin typeface="Corporate Traveller" pitchFamily="2" charset="0"/>
              </a:rPr>
            </a:br>
            <a:r>
              <a:rPr lang="en-GB" sz="1000" dirty="0">
                <a:solidFill>
                  <a:schemeClr val="tx2"/>
                </a:solidFill>
                <a:latin typeface="Corporate Traveller" pitchFamily="2" charset="0"/>
              </a:rPr>
              <a:t>lightning-fast booking, intelligent policy configuration, and an experience so intuitive that travellers, arrangers and decision-makers all actually </a:t>
            </a:r>
            <a:br>
              <a:rPr lang="en-GB" sz="1000" dirty="0">
                <a:solidFill>
                  <a:schemeClr val="tx2"/>
                </a:solidFill>
                <a:latin typeface="Corporate Traveller" pitchFamily="2" charset="0"/>
              </a:rPr>
            </a:br>
            <a:r>
              <a:rPr lang="en-GB" sz="1000" dirty="0">
                <a:solidFill>
                  <a:schemeClr val="tx2"/>
                </a:solidFill>
                <a:latin typeface="Corporate Traveller" pitchFamily="2" charset="0"/>
              </a:rPr>
              <a:t>want to use it. Complete itinerary management, industry-leading experience, and a level of service that sets a new standard. Mel, our AI layer,</a:t>
            </a:r>
            <a:br>
              <a:rPr lang="en-GB" sz="1000" dirty="0">
                <a:solidFill>
                  <a:schemeClr val="tx2"/>
                </a:solidFill>
                <a:latin typeface="Corporate Traveller" pitchFamily="2" charset="0"/>
              </a:rPr>
            </a:br>
            <a:r>
              <a:rPr lang="en-GB" sz="1000" dirty="0">
                <a:solidFill>
                  <a:schemeClr val="tx2"/>
                </a:solidFill>
                <a:latin typeface="Corporate Traveller" pitchFamily="2" charset="0"/>
              </a:rPr>
              <a:t>is embedded to automate the routine, surface smarter choices, and keep travellers moving. Self-service </a:t>
            </a:r>
            <a:br>
              <a:rPr lang="en-GB" sz="1000" dirty="0">
                <a:solidFill>
                  <a:schemeClr val="tx2"/>
                </a:solidFill>
                <a:latin typeface="Corporate Traveller" pitchFamily="2" charset="0"/>
              </a:rPr>
            </a:br>
            <a:r>
              <a:rPr lang="en-GB" sz="1000" dirty="0">
                <a:solidFill>
                  <a:schemeClr val="tx2"/>
                </a:solidFill>
                <a:latin typeface="Corporate Traveller" pitchFamily="2" charset="0"/>
              </a:rPr>
              <a:t>to full service, seamlessly.</a:t>
            </a:r>
          </a:p>
        </p:txBody>
      </p:sp>
      <p:sp>
        <p:nvSpPr>
          <p:cNvPr id="36" name="TextBox 35">
            <a:extLst>
              <a:ext uri="{FF2B5EF4-FFF2-40B4-BE49-F238E27FC236}">
                <a16:creationId xmlns:a16="http://schemas.microsoft.com/office/drawing/2014/main" id="{D0185B1C-51F9-69EF-279E-F547384A2E23}"/>
              </a:ext>
            </a:extLst>
          </p:cNvPr>
          <p:cNvSpPr txBox="1"/>
          <p:nvPr/>
        </p:nvSpPr>
        <p:spPr>
          <a:xfrm>
            <a:off x="6514823" y="3129731"/>
            <a:ext cx="2208272" cy="2704458"/>
          </a:xfrm>
          <a:prstGeom prst="rect">
            <a:avLst/>
          </a:prstGeom>
          <a:noFill/>
        </p:spPr>
        <p:txBody>
          <a:bodyPr wrap="square">
            <a:spAutoFit/>
          </a:bodyPr>
          <a:lstStyle/>
          <a:p>
            <a:pPr marL="0" indent="0" algn="ctr">
              <a:spcAft>
                <a:spcPts val="600"/>
              </a:spcAft>
              <a:buFont typeface="Arial" panose="020B0604020202020204" pitchFamily="34" charset="0"/>
              <a:buNone/>
            </a:pPr>
            <a:r>
              <a:rPr lang="en-GB" sz="1400" b="1" dirty="0">
                <a:solidFill>
                  <a:schemeClr val="tx2"/>
                </a:solidFill>
                <a:latin typeface="Corporate Traveller" pitchFamily="2" charset="0"/>
              </a:rPr>
              <a:t>Content</a:t>
            </a:r>
            <a:endParaRPr lang="en-GB" sz="1400" dirty="0">
              <a:solidFill>
                <a:schemeClr val="tx2"/>
              </a:solidFill>
              <a:latin typeface="Corporate Traveller" pitchFamily="2" charset="0"/>
            </a:endParaRPr>
          </a:p>
          <a:p>
            <a:pPr marL="0" indent="0" algn="ctr">
              <a:lnSpc>
                <a:spcPts val="1400"/>
              </a:lnSpc>
              <a:buNone/>
            </a:pPr>
            <a:r>
              <a:rPr lang="en-GB" sz="1000" dirty="0">
                <a:solidFill>
                  <a:schemeClr val="tx2"/>
                </a:solidFill>
                <a:latin typeface="Corporate Traveller" pitchFamily="2" charset="0"/>
              </a:rPr>
              <a:t>In a market full of locked doors, CT gives you two things others can't: unrestricted access to the widest content selection on the market, and exclusive deals no one else can access - more valuable fares, rates and benefits across air, hotel and car, built on 30 years of supplier relationships. And our optimisation tools work continuously after you book, making sure you're always</a:t>
            </a:r>
            <a:br>
              <a:rPr lang="en-GB" sz="1000" dirty="0">
                <a:solidFill>
                  <a:schemeClr val="tx2"/>
                </a:solidFill>
                <a:latin typeface="Corporate Traveller" pitchFamily="2" charset="0"/>
              </a:rPr>
            </a:br>
            <a:r>
              <a:rPr lang="en-GB" sz="1000" dirty="0">
                <a:solidFill>
                  <a:schemeClr val="tx2"/>
                </a:solidFill>
                <a:latin typeface="Corporate Traveller" pitchFamily="2" charset="0"/>
              </a:rPr>
              <a:t>on the best rate.</a:t>
            </a:r>
            <a:endParaRPr lang="en-GB" sz="1000" dirty="0">
              <a:latin typeface="Corporate Traveller" pitchFamily="2" charset="0"/>
            </a:endParaRPr>
          </a:p>
        </p:txBody>
      </p:sp>
      <p:sp>
        <p:nvSpPr>
          <p:cNvPr id="37" name="TextBox 36">
            <a:extLst>
              <a:ext uri="{FF2B5EF4-FFF2-40B4-BE49-F238E27FC236}">
                <a16:creationId xmlns:a16="http://schemas.microsoft.com/office/drawing/2014/main" id="{1C13D089-6D9C-87B3-68D9-1D788160E563}"/>
              </a:ext>
            </a:extLst>
          </p:cNvPr>
          <p:cNvSpPr txBox="1"/>
          <p:nvPr/>
        </p:nvSpPr>
        <p:spPr>
          <a:xfrm>
            <a:off x="9496150" y="3129731"/>
            <a:ext cx="2050038" cy="2524922"/>
          </a:xfrm>
          <a:prstGeom prst="rect">
            <a:avLst/>
          </a:prstGeom>
          <a:noFill/>
        </p:spPr>
        <p:txBody>
          <a:bodyPr wrap="square">
            <a:spAutoFit/>
          </a:bodyPr>
          <a:lstStyle/>
          <a:p>
            <a:pPr marL="0" indent="0" algn="ctr">
              <a:spcAft>
                <a:spcPts val="600"/>
              </a:spcAft>
              <a:buNone/>
            </a:pPr>
            <a:r>
              <a:rPr lang="en-GB" sz="1400" b="1" dirty="0">
                <a:solidFill>
                  <a:schemeClr val="tx2"/>
                </a:solidFill>
                <a:latin typeface="Corporate Traveller" pitchFamily="2" charset="0"/>
              </a:rPr>
              <a:t>Spend Management</a:t>
            </a:r>
          </a:p>
          <a:p>
            <a:pPr marL="0" indent="0" algn="ctr">
              <a:lnSpc>
                <a:spcPts val="1400"/>
              </a:lnSpc>
              <a:spcAft>
                <a:spcPts val="600"/>
              </a:spcAft>
              <a:buNone/>
            </a:pPr>
            <a:r>
              <a:rPr lang="en-GB" sz="1000" dirty="0">
                <a:solidFill>
                  <a:schemeClr val="tx2"/>
                </a:solidFill>
                <a:latin typeface="Corporate Traveller" pitchFamily="2" charset="0"/>
              </a:rPr>
              <a:t>Melon Pay changes the game - a built-in line of credit that eliminates the back-and-forth of travel payments and expense reconciliation entirely. No more out-of-pocket, no more chasing receipts. One statement. Ready for your finance systems. And if you already have an expense or HRIs system in place, we </a:t>
            </a:r>
            <a:br>
              <a:rPr lang="en-GB" sz="1000" dirty="0">
                <a:solidFill>
                  <a:schemeClr val="tx2"/>
                </a:solidFill>
                <a:latin typeface="Corporate Traveller" pitchFamily="2" charset="0"/>
              </a:rPr>
            </a:br>
            <a:r>
              <a:rPr lang="en-GB" sz="1000" dirty="0">
                <a:solidFill>
                  <a:schemeClr val="tx2"/>
                </a:solidFill>
                <a:latin typeface="Corporate Traveller" pitchFamily="2" charset="0"/>
              </a:rPr>
              <a:t>plug straight in.</a:t>
            </a:r>
            <a:endParaRPr lang="en-GB" sz="1000" dirty="0">
              <a:solidFill>
                <a:schemeClr val="accent2"/>
              </a:solidFill>
              <a:latin typeface="Corporate Traveller" pitchFamily="2" charset="0"/>
            </a:endParaRPr>
          </a:p>
        </p:txBody>
      </p:sp>
      <p:cxnSp>
        <p:nvCxnSpPr>
          <p:cNvPr id="39" name="Straight Connector 38">
            <a:extLst>
              <a:ext uri="{FF2B5EF4-FFF2-40B4-BE49-F238E27FC236}">
                <a16:creationId xmlns:a16="http://schemas.microsoft.com/office/drawing/2014/main" id="{E34BEA43-0EBB-328D-0893-E7EB0E3F922D}"/>
              </a:ext>
            </a:extLst>
          </p:cNvPr>
          <p:cNvCxnSpPr>
            <a:cxnSpLocks/>
          </p:cNvCxnSpPr>
          <p:nvPr/>
        </p:nvCxnSpPr>
        <p:spPr>
          <a:xfrm>
            <a:off x="435306" y="6239614"/>
            <a:ext cx="8506555" cy="0"/>
          </a:xfrm>
          <a:prstGeom prst="line">
            <a:avLst/>
          </a:prstGeom>
          <a:ln w="12700">
            <a:solidFill>
              <a:schemeClr val="bg1"/>
            </a:solidFill>
            <a:prstDash val="solid"/>
            <a:headEnd type="arrow"/>
            <a:tailEnd type="arrow"/>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401FB1F-4A48-6144-63DB-31BFBADFC8AA}"/>
              </a:ext>
            </a:extLst>
          </p:cNvPr>
          <p:cNvSpPr txBox="1"/>
          <p:nvPr/>
        </p:nvSpPr>
        <p:spPr>
          <a:xfrm>
            <a:off x="4087190" y="6284852"/>
            <a:ext cx="1000010" cy="276999"/>
          </a:xfrm>
          <a:prstGeom prst="rect">
            <a:avLst/>
          </a:prstGeom>
          <a:noFill/>
        </p:spPr>
        <p:txBody>
          <a:bodyPr wrap="square">
            <a:spAutoFit/>
          </a:bodyPr>
          <a:lstStyle/>
          <a:p>
            <a:pPr algn="ctr"/>
            <a:r>
              <a:rPr lang="en-US" sz="1200" b="1" dirty="0">
                <a:solidFill>
                  <a:schemeClr val="bg1"/>
                </a:solidFill>
                <a:latin typeface="Corporate Traveller" pitchFamily="2" charset="0"/>
              </a:rPr>
              <a:t>Travel</a:t>
            </a:r>
            <a:endParaRPr lang="en-GB" sz="1200" b="1" dirty="0">
              <a:solidFill>
                <a:schemeClr val="bg1"/>
              </a:solidFill>
              <a:latin typeface="Corporate Traveller" pitchFamily="2" charset="0"/>
            </a:endParaRPr>
          </a:p>
        </p:txBody>
      </p:sp>
      <p:cxnSp>
        <p:nvCxnSpPr>
          <p:cNvPr id="41" name="Straight Connector 40">
            <a:extLst>
              <a:ext uri="{FF2B5EF4-FFF2-40B4-BE49-F238E27FC236}">
                <a16:creationId xmlns:a16="http://schemas.microsoft.com/office/drawing/2014/main" id="{345DC99F-2F14-14A7-8B9D-CADFDF7DCBF1}"/>
              </a:ext>
            </a:extLst>
          </p:cNvPr>
          <p:cNvCxnSpPr>
            <a:cxnSpLocks/>
          </p:cNvCxnSpPr>
          <p:nvPr/>
        </p:nvCxnSpPr>
        <p:spPr>
          <a:xfrm>
            <a:off x="9214381" y="6239614"/>
            <a:ext cx="2592000" cy="0"/>
          </a:xfrm>
          <a:prstGeom prst="line">
            <a:avLst/>
          </a:prstGeom>
          <a:ln w="12700">
            <a:solidFill>
              <a:schemeClr val="bg1"/>
            </a:solidFill>
            <a:prstDash val="solid"/>
            <a:headEnd type="arrow"/>
            <a:tailEnd type="arrow"/>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2606557-A2DA-4CBF-B69F-1DE3E98FCDA2}"/>
              </a:ext>
            </a:extLst>
          </p:cNvPr>
          <p:cNvSpPr txBox="1"/>
          <p:nvPr/>
        </p:nvSpPr>
        <p:spPr>
          <a:xfrm>
            <a:off x="9595672" y="6284852"/>
            <a:ext cx="2047338" cy="276999"/>
          </a:xfrm>
          <a:prstGeom prst="rect">
            <a:avLst/>
          </a:prstGeom>
          <a:noFill/>
        </p:spPr>
        <p:txBody>
          <a:bodyPr wrap="square">
            <a:spAutoFit/>
          </a:bodyPr>
          <a:lstStyle/>
          <a:p>
            <a:pPr algn="ctr"/>
            <a:r>
              <a:rPr lang="en-US" sz="1200" b="1" dirty="0">
                <a:solidFill>
                  <a:schemeClr val="bg1"/>
                </a:solidFill>
                <a:latin typeface="Corporate Traveller" pitchFamily="2" charset="0"/>
              </a:rPr>
              <a:t>Spend Management</a:t>
            </a:r>
            <a:endParaRPr lang="en-GB" sz="1200" b="1" dirty="0">
              <a:solidFill>
                <a:schemeClr val="bg1"/>
              </a:solidFill>
              <a:latin typeface="Corporate Traveller" pitchFamily="2" charset="0"/>
            </a:endParaRPr>
          </a:p>
        </p:txBody>
      </p:sp>
      <p:pic>
        <p:nvPicPr>
          <p:cNvPr id="47" name="object 3">
            <a:extLst>
              <a:ext uri="{FF2B5EF4-FFF2-40B4-BE49-F238E27FC236}">
                <a16:creationId xmlns:a16="http://schemas.microsoft.com/office/drawing/2014/main" id="{D17452BD-A2CD-DC25-A73C-8CB4888C5054}"/>
              </a:ext>
            </a:extLst>
          </p:cNvPr>
          <p:cNvPicPr/>
          <p:nvPr/>
        </p:nvPicPr>
        <p:blipFill>
          <a:blip r:embed="rId2" cstate="print"/>
          <a:stretch>
            <a:fillRect/>
          </a:stretch>
        </p:blipFill>
        <p:spPr>
          <a:xfrm>
            <a:off x="10306406" y="348812"/>
            <a:ext cx="1558645" cy="353232"/>
          </a:xfrm>
          <a:prstGeom prst="rect">
            <a:avLst/>
          </a:prstGeom>
        </p:spPr>
      </p:pic>
      <p:sp>
        <p:nvSpPr>
          <p:cNvPr id="52" name="Date Placeholder 3">
            <a:extLst>
              <a:ext uri="{FF2B5EF4-FFF2-40B4-BE49-F238E27FC236}">
                <a16:creationId xmlns:a16="http://schemas.microsoft.com/office/drawing/2014/main" id="{32C2469C-7A38-66E7-FC06-06A5CB2D4FA9}"/>
              </a:ext>
            </a:extLst>
          </p:cNvPr>
          <p:cNvSpPr>
            <a:spLocks noGrp="1"/>
          </p:cNvSpPr>
          <p:nvPr>
            <p:ph type="dt" sz="half" idx="10"/>
          </p:nvPr>
        </p:nvSpPr>
        <p:spPr>
          <a:xfrm>
            <a:off x="360000" y="6274011"/>
            <a:ext cx="768561" cy="360000"/>
          </a:xfrm>
        </p:spPr>
        <p:txBody>
          <a:bodyPr/>
          <a:lstStyle>
            <a:lvl1pPr>
              <a:defRPr>
                <a:solidFill>
                  <a:schemeClr val="accent1"/>
                </a:solidFill>
              </a:defRPr>
            </a:lvl1pPr>
          </a:lstStyle>
          <a:p>
            <a:fld id="{BB1A7367-EB7B-5940-9250-E537993F6F13}" type="datetime4">
              <a:rPr lang="en-GB" smtClean="0">
                <a:solidFill>
                  <a:schemeClr val="bg1"/>
                </a:solidFill>
              </a:rPr>
              <a:pPr/>
              <a:t>09 April 2026</a:t>
            </a:fld>
            <a:endParaRPr lang="en-GB">
              <a:solidFill>
                <a:schemeClr val="bg1"/>
              </a:solidFill>
            </a:endParaRPr>
          </a:p>
        </p:txBody>
      </p:sp>
      <p:sp>
        <p:nvSpPr>
          <p:cNvPr id="53" name="Footer Placeholder 4">
            <a:extLst>
              <a:ext uri="{FF2B5EF4-FFF2-40B4-BE49-F238E27FC236}">
                <a16:creationId xmlns:a16="http://schemas.microsoft.com/office/drawing/2014/main" id="{66E57288-D30C-75F2-3C24-2F5E4C4CC154}"/>
              </a:ext>
            </a:extLst>
          </p:cNvPr>
          <p:cNvSpPr>
            <a:spLocks noGrp="1"/>
          </p:cNvSpPr>
          <p:nvPr>
            <p:ph type="ftr" sz="quarter" idx="11"/>
          </p:nvPr>
        </p:nvSpPr>
        <p:spPr>
          <a:xfrm>
            <a:off x="1177289" y="6274011"/>
            <a:ext cx="3118485" cy="360000"/>
          </a:xfrm>
        </p:spPr>
        <p:txBody>
          <a:bodyPr/>
          <a:lstStyle>
            <a:lvl1pPr>
              <a:defRPr>
                <a:solidFill>
                  <a:schemeClr val="accent1"/>
                </a:solidFill>
              </a:defRPr>
            </a:lvl1pPr>
          </a:lstStyle>
          <a:p>
            <a:r>
              <a:rPr lang="en-GB">
                <a:solidFill>
                  <a:schemeClr val="bg1"/>
                </a:solidFill>
              </a:rPr>
              <a:t>Confidential</a:t>
            </a:r>
          </a:p>
        </p:txBody>
      </p:sp>
      <p:sp>
        <p:nvSpPr>
          <p:cNvPr id="54" name="Slide Number Placeholder 5">
            <a:extLst>
              <a:ext uri="{FF2B5EF4-FFF2-40B4-BE49-F238E27FC236}">
                <a16:creationId xmlns:a16="http://schemas.microsoft.com/office/drawing/2014/main" id="{5B0F5E87-3469-90E4-1E76-92D6ED0B467F}"/>
              </a:ext>
            </a:extLst>
          </p:cNvPr>
          <p:cNvSpPr>
            <a:spLocks noGrp="1"/>
          </p:cNvSpPr>
          <p:nvPr>
            <p:ph type="sldNum" sz="quarter" idx="12"/>
          </p:nvPr>
        </p:nvSpPr>
        <p:spPr>
          <a:xfrm>
            <a:off x="11643010" y="6274011"/>
            <a:ext cx="214028" cy="360000"/>
          </a:xfrm>
        </p:spPr>
        <p:txBody>
          <a:bodyPr/>
          <a:lstStyle>
            <a:lvl1pPr>
              <a:defRPr>
                <a:solidFill>
                  <a:schemeClr val="accent1"/>
                </a:solidFill>
              </a:defRPr>
            </a:lvl1pPr>
          </a:lstStyle>
          <a:p>
            <a:fld id="{D12734D3-D73F-6A4D-B2B5-DCD15EBB8EEC}" type="slidenum">
              <a:rPr lang="en-GB" smtClean="0">
                <a:solidFill>
                  <a:schemeClr val="bg1"/>
                </a:solidFill>
              </a:rPr>
              <a:pPr/>
              <a:t>4</a:t>
            </a:fld>
            <a:endParaRPr lang="en-GB" dirty="0">
              <a:solidFill>
                <a:schemeClr val="bg1"/>
              </a:solidFill>
            </a:endParaRPr>
          </a:p>
        </p:txBody>
      </p:sp>
      <p:grpSp>
        <p:nvGrpSpPr>
          <p:cNvPr id="2" name="Group 1">
            <a:extLst>
              <a:ext uri="{FF2B5EF4-FFF2-40B4-BE49-F238E27FC236}">
                <a16:creationId xmlns:a16="http://schemas.microsoft.com/office/drawing/2014/main" id="{EA97CFD6-0BC1-BD25-AAAF-A7FC1DF29D6C}"/>
              </a:ext>
            </a:extLst>
          </p:cNvPr>
          <p:cNvGrpSpPr/>
          <p:nvPr/>
        </p:nvGrpSpPr>
        <p:grpSpPr>
          <a:xfrm>
            <a:off x="360000" y="1086717"/>
            <a:ext cx="11483657" cy="1049485"/>
            <a:chOff x="360000" y="1333155"/>
            <a:chExt cx="14560452" cy="859971"/>
          </a:xfrm>
        </p:grpSpPr>
        <p:sp>
          <p:nvSpPr>
            <p:cNvPr id="7" name="Rounded Rectangle 6">
              <a:extLst>
                <a:ext uri="{FF2B5EF4-FFF2-40B4-BE49-F238E27FC236}">
                  <a16:creationId xmlns:a16="http://schemas.microsoft.com/office/drawing/2014/main" id="{10070F06-7445-F107-9C66-2E818D80EC5F}"/>
                </a:ext>
              </a:extLst>
            </p:cNvPr>
            <p:cNvSpPr/>
            <p:nvPr/>
          </p:nvSpPr>
          <p:spPr>
            <a:xfrm>
              <a:off x="360000" y="1333155"/>
              <a:ext cx="2263457" cy="859971"/>
            </a:xfrm>
            <a:prstGeom prst="roundRect">
              <a:avLst>
                <a:gd name="adj" fmla="val 18664"/>
              </a:avLst>
            </a:prstGeom>
            <a:solidFill>
              <a:schemeClr val="accent3"/>
            </a:solidFill>
            <a:ln w="44450" cap="flat">
              <a:noFill/>
              <a:prstDash val="solid"/>
              <a:miter/>
            </a:ln>
          </p:spPr>
          <p:txBody>
            <a:bodyPr rtlCol="0" anchor="ctr"/>
            <a:lstStyle/>
            <a:p>
              <a:pPr algn="l"/>
              <a:endParaRPr lang="en-GB"/>
            </a:p>
          </p:txBody>
        </p:sp>
        <p:sp>
          <p:nvSpPr>
            <p:cNvPr id="10" name="Rounded Rectangle 9">
              <a:extLst>
                <a:ext uri="{FF2B5EF4-FFF2-40B4-BE49-F238E27FC236}">
                  <a16:creationId xmlns:a16="http://schemas.microsoft.com/office/drawing/2014/main" id="{EDE957E5-C6B8-0907-1C31-DF2022213864}"/>
                </a:ext>
              </a:extLst>
            </p:cNvPr>
            <p:cNvSpPr/>
            <p:nvPr/>
          </p:nvSpPr>
          <p:spPr>
            <a:xfrm>
              <a:off x="2819399" y="1333155"/>
              <a:ext cx="2263457" cy="859971"/>
            </a:xfrm>
            <a:prstGeom prst="roundRect">
              <a:avLst>
                <a:gd name="adj" fmla="val 17261"/>
              </a:avLst>
            </a:prstGeom>
            <a:solidFill>
              <a:schemeClr val="bg1"/>
            </a:solidFill>
            <a:ln w="44450" cap="flat">
              <a:noFill/>
              <a:prstDash val="solid"/>
              <a:miter/>
            </a:ln>
          </p:spPr>
          <p:txBody>
            <a:bodyPr rtlCol="0" anchor="ctr"/>
            <a:lstStyle/>
            <a:p>
              <a:pPr algn="l"/>
              <a:endParaRPr lang="en-GB"/>
            </a:p>
          </p:txBody>
        </p:sp>
        <p:sp>
          <p:nvSpPr>
            <p:cNvPr id="11" name="Rounded Rectangle 10">
              <a:extLst>
                <a:ext uri="{FF2B5EF4-FFF2-40B4-BE49-F238E27FC236}">
                  <a16:creationId xmlns:a16="http://schemas.microsoft.com/office/drawing/2014/main" id="{A552166E-5153-484C-3AFE-4BEDF5A68ADF}"/>
                </a:ext>
              </a:extLst>
            </p:cNvPr>
            <p:cNvSpPr/>
            <p:nvPr/>
          </p:nvSpPr>
          <p:spPr>
            <a:xfrm>
              <a:off x="5278798" y="1333155"/>
              <a:ext cx="2263457" cy="859971"/>
            </a:xfrm>
            <a:prstGeom prst="roundRect">
              <a:avLst>
                <a:gd name="adj" fmla="val 17962"/>
              </a:avLst>
            </a:prstGeom>
            <a:solidFill>
              <a:schemeClr val="accent4"/>
            </a:solidFill>
            <a:ln w="44450" cap="flat">
              <a:noFill/>
              <a:prstDash val="solid"/>
              <a:miter/>
            </a:ln>
          </p:spPr>
          <p:txBody>
            <a:bodyPr rtlCol="0" anchor="ctr"/>
            <a:lstStyle/>
            <a:p>
              <a:pPr algn="l"/>
              <a:endParaRPr lang="en-GB"/>
            </a:p>
          </p:txBody>
        </p:sp>
        <p:sp>
          <p:nvSpPr>
            <p:cNvPr id="12" name="Rounded Rectangle 11">
              <a:extLst>
                <a:ext uri="{FF2B5EF4-FFF2-40B4-BE49-F238E27FC236}">
                  <a16:creationId xmlns:a16="http://schemas.microsoft.com/office/drawing/2014/main" id="{177E9DDE-53BB-6232-04DB-092815579EE1}"/>
                </a:ext>
              </a:extLst>
            </p:cNvPr>
            <p:cNvSpPr/>
            <p:nvPr/>
          </p:nvSpPr>
          <p:spPr>
            <a:xfrm>
              <a:off x="7738197" y="1333155"/>
              <a:ext cx="2263457" cy="859971"/>
            </a:xfrm>
            <a:prstGeom prst="roundRect">
              <a:avLst>
                <a:gd name="adj" fmla="val 17261"/>
              </a:avLst>
            </a:prstGeom>
            <a:solidFill>
              <a:schemeClr val="accent2">
                <a:lumMod val="20000"/>
                <a:lumOff val="80000"/>
              </a:schemeClr>
            </a:solidFill>
            <a:ln w="28575" cap="flat">
              <a:noFill/>
              <a:prstDash val="solid"/>
              <a:miter/>
            </a:ln>
          </p:spPr>
          <p:txBody>
            <a:bodyPr rtlCol="0" anchor="ctr"/>
            <a:lstStyle/>
            <a:p>
              <a:pPr algn="l"/>
              <a:endParaRPr lang="en-GB"/>
            </a:p>
          </p:txBody>
        </p:sp>
        <p:sp>
          <p:nvSpPr>
            <p:cNvPr id="13" name="Rounded Rectangle 12">
              <a:extLst>
                <a:ext uri="{FF2B5EF4-FFF2-40B4-BE49-F238E27FC236}">
                  <a16:creationId xmlns:a16="http://schemas.microsoft.com/office/drawing/2014/main" id="{148D56AF-83A2-D563-035A-DD50FE4B4470}"/>
                </a:ext>
              </a:extLst>
            </p:cNvPr>
            <p:cNvSpPr/>
            <p:nvPr/>
          </p:nvSpPr>
          <p:spPr>
            <a:xfrm>
              <a:off x="10197596" y="1333155"/>
              <a:ext cx="2263457" cy="859971"/>
            </a:xfrm>
            <a:prstGeom prst="roundRect">
              <a:avLst>
                <a:gd name="adj" fmla="val 17962"/>
              </a:avLst>
            </a:prstGeom>
            <a:solidFill>
              <a:schemeClr val="accent5"/>
            </a:solidFill>
            <a:ln w="44450" cap="flat">
              <a:noFill/>
              <a:prstDash val="solid"/>
              <a:miter/>
            </a:ln>
          </p:spPr>
          <p:txBody>
            <a:bodyPr rtlCol="0" anchor="ctr"/>
            <a:lstStyle/>
            <a:p>
              <a:pPr algn="l"/>
              <a:endParaRPr lang="en-GB"/>
            </a:p>
          </p:txBody>
        </p:sp>
        <p:sp>
          <p:nvSpPr>
            <p:cNvPr id="14" name="Rounded Rectangle 13">
              <a:extLst>
                <a:ext uri="{FF2B5EF4-FFF2-40B4-BE49-F238E27FC236}">
                  <a16:creationId xmlns:a16="http://schemas.microsoft.com/office/drawing/2014/main" id="{FED5B7FF-153E-84C9-14D2-EDDC73F359CC}"/>
                </a:ext>
              </a:extLst>
            </p:cNvPr>
            <p:cNvSpPr/>
            <p:nvPr/>
          </p:nvSpPr>
          <p:spPr>
            <a:xfrm>
              <a:off x="12656995" y="1333155"/>
              <a:ext cx="2263457" cy="859971"/>
            </a:xfrm>
            <a:prstGeom prst="roundRect">
              <a:avLst>
                <a:gd name="adj" fmla="val 17962"/>
              </a:avLst>
            </a:prstGeom>
            <a:solidFill>
              <a:schemeClr val="accent6"/>
            </a:solidFill>
            <a:ln w="44450" cap="flat">
              <a:noFill/>
              <a:prstDash val="solid"/>
              <a:miter/>
            </a:ln>
          </p:spPr>
          <p:txBody>
            <a:bodyPr rtlCol="0" anchor="ctr"/>
            <a:lstStyle/>
            <a:p>
              <a:pPr algn="l"/>
              <a:endParaRPr lang="en-GB"/>
            </a:p>
          </p:txBody>
        </p:sp>
      </p:grpSp>
      <p:sp>
        <p:nvSpPr>
          <p:cNvPr id="15" name="object 17">
            <a:extLst>
              <a:ext uri="{FF2B5EF4-FFF2-40B4-BE49-F238E27FC236}">
                <a16:creationId xmlns:a16="http://schemas.microsoft.com/office/drawing/2014/main" id="{2C54A54F-298C-9217-C88D-0FBBEFD02352}"/>
              </a:ext>
            </a:extLst>
          </p:cNvPr>
          <p:cNvSpPr txBox="1"/>
          <p:nvPr/>
        </p:nvSpPr>
        <p:spPr>
          <a:xfrm>
            <a:off x="360000" y="1212127"/>
            <a:ext cx="1785162" cy="397545"/>
          </a:xfrm>
          <a:prstGeom prst="rect">
            <a:avLst/>
          </a:prstGeom>
        </p:spPr>
        <p:txBody>
          <a:bodyPr vert="horz" wrap="square" lIns="0" tIns="12700" rIns="0" bIns="0" rtlCol="0">
            <a:spAutoFit/>
          </a:bodyPr>
          <a:lstStyle/>
          <a:p>
            <a:pPr marL="12700" algn="ctr">
              <a:lnSpc>
                <a:spcPct val="100000"/>
              </a:lnSpc>
              <a:spcBef>
                <a:spcPts val="100"/>
              </a:spcBef>
            </a:pPr>
            <a:r>
              <a:rPr lang="en-GB" sz="2500" b="1" spc="-10" dirty="0">
                <a:solidFill>
                  <a:srgbClr val="00434E"/>
                </a:solidFill>
                <a:latin typeface="Corporate Traveller" pitchFamily="2" charset="77"/>
                <a:cs typeface="Raleway"/>
              </a:rPr>
              <a:t>$5.2bn</a:t>
            </a:r>
            <a:endParaRPr sz="2500" dirty="0">
              <a:latin typeface="Corporate Traveller" pitchFamily="2" charset="77"/>
              <a:cs typeface="Raleway"/>
            </a:endParaRPr>
          </a:p>
        </p:txBody>
      </p:sp>
      <p:sp>
        <p:nvSpPr>
          <p:cNvPr id="16" name="object 17">
            <a:extLst>
              <a:ext uri="{FF2B5EF4-FFF2-40B4-BE49-F238E27FC236}">
                <a16:creationId xmlns:a16="http://schemas.microsoft.com/office/drawing/2014/main" id="{C787E500-51CA-5A00-DBDE-650D6F8433EE}"/>
              </a:ext>
            </a:extLst>
          </p:cNvPr>
          <p:cNvSpPr txBox="1"/>
          <p:nvPr/>
        </p:nvSpPr>
        <p:spPr>
          <a:xfrm>
            <a:off x="2299699" y="1212127"/>
            <a:ext cx="1785162" cy="397545"/>
          </a:xfrm>
          <a:prstGeom prst="rect">
            <a:avLst/>
          </a:prstGeom>
        </p:spPr>
        <p:txBody>
          <a:bodyPr vert="horz" wrap="square" lIns="0" tIns="12700" rIns="0" bIns="0" rtlCol="0">
            <a:spAutoFit/>
          </a:bodyPr>
          <a:lstStyle/>
          <a:p>
            <a:pPr marL="12700" algn="ctr">
              <a:lnSpc>
                <a:spcPct val="100000"/>
              </a:lnSpc>
              <a:spcBef>
                <a:spcPts val="100"/>
              </a:spcBef>
            </a:pPr>
            <a:r>
              <a:rPr lang="en-GB" sz="2500" b="1" spc="-10" dirty="0">
                <a:solidFill>
                  <a:srgbClr val="00434E"/>
                </a:solidFill>
                <a:latin typeface="Corporate Traveller" pitchFamily="2" charset="77"/>
                <a:cs typeface="Raleway"/>
              </a:rPr>
              <a:t>94%</a:t>
            </a:r>
            <a:endParaRPr sz="2500" dirty="0">
              <a:latin typeface="Corporate Traveller" pitchFamily="2" charset="77"/>
              <a:cs typeface="Raleway"/>
            </a:endParaRPr>
          </a:p>
        </p:txBody>
      </p:sp>
      <p:sp>
        <p:nvSpPr>
          <p:cNvPr id="17" name="object 17">
            <a:extLst>
              <a:ext uri="{FF2B5EF4-FFF2-40B4-BE49-F238E27FC236}">
                <a16:creationId xmlns:a16="http://schemas.microsoft.com/office/drawing/2014/main" id="{3F58D41A-90A1-FCD2-A55E-BEB3CB60AAC6}"/>
              </a:ext>
            </a:extLst>
          </p:cNvPr>
          <p:cNvSpPr txBox="1"/>
          <p:nvPr/>
        </p:nvSpPr>
        <p:spPr>
          <a:xfrm>
            <a:off x="4238628" y="1212127"/>
            <a:ext cx="1785162" cy="397545"/>
          </a:xfrm>
          <a:prstGeom prst="rect">
            <a:avLst/>
          </a:prstGeom>
        </p:spPr>
        <p:txBody>
          <a:bodyPr vert="horz" wrap="square" lIns="0" tIns="12700" rIns="0" bIns="0" rtlCol="0">
            <a:spAutoFit/>
          </a:bodyPr>
          <a:lstStyle/>
          <a:p>
            <a:pPr marL="12700" algn="ctr">
              <a:lnSpc>
                <a:spcPct val="100000"/>
              </a:lnSpc>
              <a:spcBef>
                <a:spcPts val="100"/>
              </a:spcBef>
            </a:pPr>
            <a:r>
              <a:rPr lang="en-GB" sz="2500" b="1" spc="-10" dirty="0">
                <a:solidFill>
                  <a:srgbClr val="00434E"/>
                </a:solidFill>
                <a:latin typeface="Corporate Traveller" pitchFamily="2" charset="77"/>
                <a:cs typeface="Raleway"/>
              </a:rPr>
              <a:t>2M+</a:t>
            </a:r>
            <a:endParaRPr sz="2500" dirty="0">
              <a:latin typeface="Corporate Traveller" pitchFamily="2" charset="77"/>
              <a:cs typeface="Raleway"/>
            </a:endParaRPr>
          </a:p>
        </p:txBody>
      </p:sp>
      <p:sp>
        <p:nvSpPr>
          <p:cNvPr id="19" name="object 17">
            <a:extLst>
              <a:ext uri="{FF2B5EF4-FFF2-40B4-BE49-F238E27FC236}">
                <a16:creationId xmlns:a16="http://schemas.microsoft.com/office/drawing/2014/main" id="{ABCFAA30-0F11-FCBC-0DDD-CCE60F7580C5}"/>
              </a:ext>
            </a:extLst>
          </p:cNvPr>
          <p:cNvSpPr txBox="1"/>
          <p:nvPr/>
        </p:nvSpPr>
        <p:spPr>
          <a:xfrm>
            <a:off x="6167442" y="1212127"/>
            <a:ext cx="1785162" cy="397545"/>
          </a:xfrm>
          <a:prstGeom prst="rect">
            <a:avLst/>
          </a:prstGeom>
        </p:spPr>
        <p:txBody>
          <a:bodyPr vert="horz" wrap="square" lIns="0" tIns="12700" rIns="0" bIns="0" rtlCol="0">
            <a:spAutoFit/>
          </a:bodyPr>
          <a:lstStyle/>
          <a:p>
            <a:pPr marL="12700" algn="ctr">
              <a:lnSpc>
                <a:spcPct val="100000"/>
              </a:lnSpc>
              <a:spcBef>
                <a:spcPts val="100"/>
              </a:spcBef>
            </a:pPr>
            <a:r>
              <a:rPr lang="en-GB" sz="2500" b="1" spc="-10" dirty="0">
                <a:solidFill>
                  <a:schemeClr val="tx2"/>
                </a:solidFill>
                <a:latin typeface="Corporate Traveller" pitchFamily="2" charset="77"/>
                <a:cs typeface="Raleway"/>
              </a:rPr>
              <a:t>400+</a:t>
            </a:r>
            <a:endParaRPr sz="2500" dirty="0">
              <a:solidFill>
                <a:schemeClr val="tx2"/>
              </a:solidFill>
              <a:latin typeface="Corporate Traveller" pitchFamily="2" charset="77"/>
              <a:cs typeface="Raleway"/>
            </a:endParaRPr>
          </a:p>
        </p:txBody>
      </p:sp>
      <p:sp>
        <p:nvSpPr>
          <p:cNvPr id="25" name="object 17">
            <a:extLst>
              <a:ext uri="{FF2B5EF4-FFF2-40B4-BE49-F238E27FC236}">
                <a16:creationId xmlns:a16="http://schemas.microsoft.com/office/drawing/2014/main" id="{8DA4AA84-D500-16C2-C468-5A82DB012AEE}"/>
              </a:ext>
            </a:extLst>
          </p:cNvPr>
          <p:cNvSpPr txBox="1"/>
          <p:nvPr/>
        </p:nvSpPr>
        <p:spPr>
          <a:xfrm>
            <a:off x="8107139" y="1137380"/>
            <a:ext cx="1785162" cy="397545"/>
          </a:xfrm>
          <a:prstGeom prst="rect">
            <a:avLst/>
          </a:prstGeom>
        </p:spPr>
        <p:txBody>
          <a:bodyPr vert="horz" wrap="square" lIns="0" tIns="12700" rIns="0" bIns="0" rtlCol="0">
            <a:spAutoFit/>
          </a:bodyPr>
          <a:lstStyle/>
          <a:p>
            <a:pPr marL="12700" algn="ctr">
              <a:lnSpc>
                <a:spcPct val="100000"/>
              </a:lnSpc>
              <a:spcBef>
                <a:spcPts val="100"/>
              </a:spcBef>
            </a:pPr>
            <a:r>
              <a:rPr lang="en-GB" sz="2500" b="1" spc="-10" dirty="0">
                <a:solidFill>
                  <a:schemeClr val="bg1"/>
                </a:solidFill>
                <a:latin typeface="Corporate Traveller" pitchFamily="2" charset="77"/>
                <a:cs typeface="Raleway"/>
              </a:rPr>
              <a:t>33%</a:t>
            </a:r>
            <a:endParaRPr sz="2500" dirty="0">
              <a:solidFill>
                <a:schemeClr val="bg1"/>
              </a:solidFill>
              <a:latin typeface="Corporate Traveller" pitchFamily="2" charset="77"/>
              <a:cs typeface="Raleway"/>
            </a:endParaRPr>
          </a:p>
        </p:txBody>
      </p:sp>
      <p:sp>
        <p:nvSpPr>
          <p:cNvPr id="31" name="object 17">
            <a:extLst>
              <a:ext uri="{FF2B5EF4-FFF2-40B4-BE49-F238E27FC236}">
                <a16:creationId xmlns:a16="http://schemas.microsoft.com/office/drawing/2014/main" id="{C87AB14C-D661-A8D8-0176-5A1AA22CF42A}"/>
              </a:ext>
            </a:extLst>
          </p:cNvPr>
          <p:cNvSpPr txBox="1"/>
          <p:nvPr/>
        </p:nvSpPr>
        <p:spPr>
          <a:xfrm>
            <a:off x="10046838" y="1150080"/>
            <a:ext cx="1785162" cy="397545"/>
          </a:xfrm>
          <a:prstGeom prst="rect">
            <a:avLst/>
          </a:prstGeom>
        </p:spPr>
        <p:txBody>
          <a:bodyPr vert="horz" wrap="square" lIns="0" tIns="12700" rIns="0" bIns="0" rtlCol="0">
            <a:spAutoFit/>
          </a:bodyPr>
          <a:lstStyle/>
          <a:p>
            <a:pPr marL="12700" algn="ctr">
              <a:lnSpc>
                <a:spcPct val="100000"/>
              </a:lnSpc>
              <a:spcBef>
                <a:spcPts val="100"/>
              </a:spcBef>
            </a:pPr>
            <a:r>
              <a:rPr lang="en-GB" sz="2500" b="1" spc="-10" dirty="0">
                <a:solidFill>
                  <a:schemeClr val="tx2"/>
                </a:solidFill>
                <a:latin typeface="Corporate Traveller" pitchFamily="2" charset="77"/>
                <a:cs typeface="Raleway"/>
              </a:rPr>
              <a:t>-$140</a:t>
            </a:r>
            <a:endParaRPr sz="2500" dirty="0">
              <a:solidFill>
                <a:schemeClr val="tx2"/>
              </a:solidFill>
              <a:latin typeface="Corporate Traveller" pitchFamily="2" charset="77"/>
              <a:cs typeface="Raleway"/>
            </a:endParaRPr>
          </a:p>
        </p:txBody>
      </p:sp>
      <p:sp>
        <p:nvSpPr>
          <p:cNvPr id="33" name="object 17">
            <a:extLst>
              <a:ext uri="{FF2B5EF4-FFF2-40B4-BE49-F238E27FC236}">
                <a16:creationId xmlns:a16="http://schemas.microsoft.com/office/drawing/2014/main" id="{34E29E77-27EE-2B48-FF68-6BCCACE5D0D1}"/>
              </a:ext>
            </a:extLst>
          </p:cNvPr>
          <p:cNvSpPr txBox="1"/>
          <p:nvPr/>
        </p:nvSpPr>
        <p:spPr>
          <a:xfrm>
            <a:off x="360000" y="1624838"/>
            <a:ext cx="1785162" cy="320601"/>
          </a:xfrm>
          <a:prstGeom prst="rect">
            <a:avLst/>
          </a:prstGeom>
        </p:spPr>
        <p:txBody>
          <a:bodyPr vert="horz" wrap="square" lIns="0" tIns="12700" rIns="0" bIns="0" rtlCol="0">
            <a:spAutoFit/>
          </a:bodyPr>
          <a:lstStyle/>
          <a:p>
            <a:pPr marL="12700" algn="ctr">
              <a:lnSpc>
                <a:spcPct val="100000"/>
              </a:lnSpc>
              <a:spcBef>
                <a:spcPts val="100"/>
              </a:spcBef>
            </a:pPr>
            <a:r>
              <a:rPr lang="en-GB" sz="1000" spc="-10" dirty="0">
                <a:solidFill>
                  <a:srgbClr val="00434E"/>
                </a:solidFill>
                <a:latin typeface="Corporate Traveller" pitchFamily="2" charset="77"/>
                <a:cs typeface="Raleway"/>
              </a:rPr>
              <a:t>processed through </a:t>
            </a:r>
            <a:br>
              <a:rPr lang="en-GB" sz="1000" spc="-10" dirty="0">
                <a:solidFill>
                  <a:srgbClr val="00434E"/>
                </a:solidFill>
                <a:latin typeface="Corporate Traveller" pitchFamily="2" charset="77"/>
                <a:cs typeface="Raleway"/>
              </a:rPr>
            </a:br>
            <a:r>
              <a:rPr lang="en-GB" sz="1000" spc="-10" dirty="0">
                <a:solidFill>
                  <a:srgbClr val="00434E"/>
                </a:solidFill>
                <a:latin typeface="Corporate Traveller" pitchFamily="2" charset="77"/>
                <a:cs typeface="Raleway"/>
              </a:rPr>
              <a:t>CT Pay Globally</a:t>
            </a:r>
            <a:endParaRPr sz="1000" dirty="0">
              <a:latin typeface="Corporate Traveller" pitchFamily="2" charset="77"/>
              <a:cs typeface="Raleway"/>
            </a:endParaRPr>
          </a:p>
        </p:txBody>
      </p:sp>
      <p:sp>
        <p:nvSpPr>
          <p:cNvPr id="38" name="object 17">
            <a:extLst>
              <a:ext uri="{FF2B5EF4-FFF2-40B4-BE49-F238E27FC236}">
                <a16:creationId xmlns:a16="http://schemas.microsoft.com/office/drawing/2014/main" id="{5EA4DBE8-0692-CA31-C960-A1F43B46390D}"/>
              </a:ext>
            </a:extLst>
          </p:cNvPr>
          <p:cNvSpPr txBox="1"/>
          <p:nvPr/>
        </p:nvSpPr>
        <p:spPr>
          <a:xfrm>
            <a:off x="2299699" y="1624838"/>
            <a:ext cx="1785162" cy="320601"/>
          </a:xfrm>
          <a:prstGeom prst="rect">
            <a:avLst/>
          </a:prstGeom>
        </p:spPr>
        <p:txBody>
          <a:bodyPr vert="horz" wrap="square" lIns="0" tIns="12700" rIns="0" bIns="0" rtlCol="0">
            <a:spAutoFit/>
          </a:bodyPr>
          <a:lstStyle/>
          <a:p>
            <a:pPr marL="12700" algn="ctr">
              <a:lnSpc>
                <a:spcPct val="100000"/>
              </a:lnSpc>
              <a:spcBef>
                <a:spcPts val="100"/>
              </a:spcBef>
            </a:pPr>
            <a:r>
              <a:rPr lang="en-GB" sz="1000" spc="-10" dirty="0">
                <a:solidFill>
                  <a:srgbClr val="00434E"/>
                </a:solidFill>
                <a:latin typeface="Corporate Traveller" pitchFamily="2" charset="77"/>
                <a:cs typeface="Raleway"/>
              </a:rPr>
              <a:t>client </a:t>
            </a:r>
            <a:br>
              <a:rPr lang="en-GB" sz="1000" spc="-10" dirty="0">
                <a:solidFill>
                  <a:srgbClr val="00434E"/>
                </a:solidFill>
                <a:latin typeface="Corporate Traveller" pitchFamily="2" charset="77"/>
                <a:cs typeface="Raleway"/>
              </a:rPr>
            </a:br>
            <a:r>
              <a:rPr lang="en-GB" sz="1000" spc="-10" dirty="0">
                <a:solidFill>
                  <a:srgbClr val="00434E"/>
                </a:solidFill>
                <a:latin typeface="Corporate Traveller" pitchFamily="2" charset="77"/>
                <a:cs typeface="Raleway"/>
              </a:rPr>
              <a:t>retention rate</a:t>
            </a:r>
            <a:endParaRPr sz="1000" dirty="0">
              <a:latin typeface="Corporate Traveller" pitchFamily="2" charset="77"/>
              <a:cs typeface="Raleway"/>
            </a:endParaRPr>
          </a:p>
        </p:txBody>
      </p:sp>
      <p:sp>
        <p:nvSpPr>
          <p:cNvPr id="42" name="object 17">
            <a:extLst>
              <a:ext uri="{FF2B5EF4-FFF2-40B4-BE49-F238E27FC236}">
                <a16:creationId xmlns:a16="http://schemas.microsoft.com/office/drawing/2014/main" id="{E649983C-46A1-BFB3-1009-9FD6E17339D5}"/>
              </a:ext>
            </a:extLst>
          </p:cNvPr>
          <p:cNvSpPr txBox="1"/>
          <p:nvPr/>
        </p:nvSpPr>
        <p:spPr>
          <a:xfrm>
            <a:off x="4238628" y="1624838"/>
            <a:ext cx="1785162" cy="320601"/>
          </a:xfrm>
          <a:prstGeom prst="rect">
            <a:avLst/>
          </a:prstGeom>
        </p:spPr>
        <p:txBody>
          <a:bodyPr vert="horz" wrap="square" lIns="0" tIns="12700" rIns="0" bIns="0" rtlCol="0">
            <a:spAutoFit/>
          </a:bodyPr>
          <a:lstStyle/>
          <a:p>
            <a:pPr marL="12700" algn="ctr">
              <a:lnSpc>
                <a:spcPct val="100000"/>
              </a:lnSpc>
              <a:spcBef>
                <a:spcPts val="100"/>
              </a:spcBef>
            </a:pPr>
            <a:r>
              <a:rPr lang="en-GB" sz="1000" spc="-10" dirty="0">
                <a:solidFill>
                  <a:srgbClr val="00434E"/>
                </a:solidFill>
                <a:latin typeface="Corporate Traveller" pitchFamily="2" charset="77"/>
                <a:cs typeface="Raleway"/>
              </a:rPr>
              <a:t>accommodation</a:t>
            </a:r>
            <a:br>
              <a:rPr lang="en-GB" sz="1000" spc="-10" dirty="0">
                <a:solidFill>
                  <a:srgbClr val="00434E"/>
                </a:solidFill>
                <a:latin typeface="Corporate Traveller" pitchFamily="2" charset="77"/>
                <a:cs typeface="Raleway"/>
              </a:rPr>
            </a:br>
            <a:r>
              <a:rPr lang="en-GB" sz="1000" spc="-10" dirty="0">
                <a:solidFill>
                  <a:srgbClr val="00434E"/>
                </a:solidFill>
                <a:latin typeface="Corporate Traveller" pitchFamily="2" charset="77"/>
                <a:cs typeface="Raleway"/>
              </a:rPr>
              <a:t>options worldwide</a:t>
            </a:r>
            <a:endParaRPr sz="1000" dirty="0">
              <a:latin typeface="Corporate Traveller" pitchFamily="2" charset="77"/>
              <a:cs typeface="Raleway"/>
            </a:endParaRPr>
          </a:p>
        </p:txBody>
      </p:sp>
      <p:sp>
        <p:nvSpPr>
          <p:cNvPr id="43" name="object 17">
            <a:extLst>
              <a:ext uri="{FF2B5EF4-FFF2-40B4-BE49-F238E27FC236}">
                <a16:creationId xmlns:a16="http://schemas.microsoft.com/office/drawing/2014/main" id="{5AC7C81C-431C-AFBC-77AC-C455509E84D1}"/>
              </a:ext>
            </a:extLst>
          </p:cNvPr>
          <p:cNvSpPr txBox="1"/>
          <p:nvPr/>
        </p:nvSpPr>
        <p:spPr>
          <a:xfrm>
            <a:off x="6179866" y="1624838"/>
            <a:ext cx="1785162" cy="320601"/>
          </a:xfrm>
          <a:prstGeom prst="rect">
            <a:avLst/>
          </a:prstGeom>
        </p:spPr>
        <p:txBody>
          <a:bodyPr vert="horz" wrap="square" lIns="0" tIns="12700" rIns="0" bIns="0" rtlCol="0">
            <a:spAutoFit/>
          </a:bodyPr>
          <a:lstStyle/>
          <a:p>
            <a:pPr marL="12700" algn="ctr">
              <a:lnSpc>
                <a:spcPct val="100000"/>
              </a:lnSpc>
              <a:spcBef>
                <a:spcPts val="100"/>
              </a:spcBef>
            </a:pPr>
            <a:r>
              <a:rPr lang="en-GB" sz="1000" spc="-10" dirty="0">
                <a:solidFill>
                  <a:schemeClr val="tx2"/>
                </a:solidFill>
                <a:latin typeface="Corporate Traveller" pitchFamily="2" charset="77"/>
                <a:cs typeface="Raleway"/>
              </a:rPr>
              <a:t>airlines in</a:t>
            </a:r>
            <a:br>
              <a:rPr lang="en-GB" sz="1000" spc="-10" dirty="0">
                <a:solidFill>
                  <a:schemeClr val="tx2"/>
                </a:solidFill>
                <a:latin typeface="Corporate Traveller" pitchFamily="2" charset="77"/>
                <a:cs typeface="Raleway"/>
              </a:rPr>
            </a:br>
            <a:r>
              <a:rPr lang="en-GB" sz="1000" spc="-10" dirty="0">
                <a:solidFill>
                  <a:schemeClr val="tx2"/>
                </a:solidFill>
                <a:latin typeface="Corporate Traveller" pitchFamily="2" charset="77"/>
                <a:cs typeface="Raleway"/>
              </a:rPr>
              <a:t>our content</a:t>
            </a:r>
            <a:endParaRPr sz="1000" dirty="0">
              <a:solidFill>
                <a:schemeClr val="tx2"/>
              </a:solidFill>
              <a:latin typeface="Corporate Traveller" pitchFamily="2" charset="77"/>
              <a:cs typeface="Raleway"/>
            </a:endParaRPr>
          </a:p>
        </p:txBody>
      </p:sp>
      <p:sp>
        <p:nvSpPr>
          <p:cNvPr id="45" name="object 17">
            <a:extLst>
              <a:ext uri="{FF2B5EF4-FFF2-40B4-BE49-F238E27FC236}">
                <a16:creationId xmlns:a16="http://schemas.microsoft.com/office/drawing/2014/main" id="{FA2E766A-51D8-6209-A7F9-1361582ACDDA}"/>
              </a:ext>
            </a:extLst>
          </p:cNvPr>
          <p:cNvSpPr txBox="1"/>
          <p:nvPr/>
        </p:nvSpPr>
        <p:spPr>
          <a:xfrm>
            <a:off x="8118796" y="1550091"/>
            <a:ext cx="1785162" cy="474489"/>
          </a:xfrm>
          <a:prstGeom prst="rect">
            <a:avLst/>
          </a:prstGeom>
        </p:spPr>
        <p:txBody>
          <a:bodyPr vert="horz" wrap="square" lIns="0" tIns="12700" rIns="0" bIns="0" rtlCol="0">
            <a:spAutoFit/>
          </a:bodyPr>
          <a:lstStyle/>
          <a:p>
            <a:pPr marL="12700" algn="ctr">
              <a:lnSpc>
                <a:spcPct val="100000"/>
              </a:lnSpc>
              <a:spcBef>
                <a:spcPts val="100"/>
              </a:spcBef>
            </a:pPr>
            <a:r>
              <a:rPr lang="en-GB" sz="1000" spc="-10" dirty="0">
                <a:solidFill>
                  <a:schemeClr val="bg1"/>
                </a:solidFill>
                <a:latin typeface="Corporate Traveller" pitchFamily="2" charset="77"/>
                <a:cs typeface="Raleway"/>
              </a:rPr>
              <a:t>of hotel bookings </a:t>
            </a:r>
            <a:br>
              <a:rPr lang="en-GB" sz="1000" spc="-10" dirty="0">
                <a:solidFill>
                  <a:schemeClr val="bg1"/>
                </a:solidFill>
                <a:latin typeface="Corporate Traveller" pitchFamily="2" charset="77"/>
                <a:cs typeface="Raleway"/>
              </a:rPr>
            </a:br>
            <a:r>
              <a:rPr lang="en-GB" sz="1000" spc="-10" dirty="0">
                <a:solidFill>
                  <a:schemeClr val="bg1"/>
                </a:solidFill>
                <a:latin typeface="Corporate Traveller" pitchFamily="2" charset="77"/>
                <a:cs typeface="Raleway"/>
              </a:rPr>
              <a:t>generate post-</a:t>
            </a:r>
            <a:br>
              <a:rPr lang="en-GB" sz="1000" spc="-10" dirty="0">
                <a:solidFill>
                  <a:schemeClr val="bg1"/>
                </a:solidFill>
                <a:latin typeface="Corporate Traveller" pitchFamily="2" charset="77"/>
                <a:cs typeface="Raleway"/>
              </a:rPr>
            </a:br>
            <a:r>
              <a:rPr lang="en-GB" sz="1000" spc="-10" dirty="0">
                <a:solidFill>
                  <a:schemeClr val="bg1"/>
                </a:solidFill>
                <a:latin typeface="Corporate Traveller" pitchFamily="2" charset="77"/>
                <a:cs typeface="Raleway"/>
              </a:rPr>
              <a:t>booking savings</a:t>
            </a:r>
            <a:endParaRPr sz="1000" dirty="0">
              <a:solidFill>
                <a:schemeClr val="bg1"/>
              </a:solidFill>
              <a:latin typeface="Corporate Traveller" pitchFamily="2" charset="77"/>
              <a:cs typeface="Raleway"/>
            </a:endParaRPr>
          </a:p>
        </p:txBody>
      </p:sp>
      <p:sp>
        <p:nvSpPr>
          <p:cNvPr id="46" name="object 17">
            <a:extLst>
              <a:ext uri="{FF2B5EF4-FFF2-40B4-BE49-F238E27FC236}">
                <a16:creationId xmlns:a16="http://schemas.microsoft.com/office/drawing/2014/main" id="{E6C7B689-F23E-9DA6-AFFD-87DB52987832}"/>
              </a:ext>
            </a:extLst>
          </p:cNvPr>
          <p:cNvSpPr txBox="1"/>
          <p:nvPr/>
        </p:nvSpPr>
        <p:spPr>
          <a:xfrm>
            <a:off x="10046838" y="1552631"/>
            <a:ext cx="1785162" cy="474489"/>
          </a:xfrm>
          <a:prstGeom prst="rect">
            <a:avLst/>
          </a:prstGeom>
        </p:spPr>
        <p:txBody>
          <a:bodyPr vert="horz" wrap="square" lIns="0" tIns="12700" rIns="0" bIns="0" rtlCol="0">
            <a:spAutoFit/>
          </a:bodyPr>
          <a:lstStyle/>
          <a:p>
            <a:pPr marL="12700" algn="ctr">
              <a:lnSpc>
                <a:spcPct val="100000"/>
              </a:lnSpc>
              <a:spcBef>
                <a:spcPts val="100"/>
              </a:spcBef>
            </a:pPr>
            <a:r>
              <a:rPr lang="en-GB" sz="1000" spc="-10" dirty="0">
                <a:solidFill>
                  <a:schemeClr val="tx2"/>
                </a:solidFill>
                <a:latin typeface="Corporate Traveller" pitchFamily="2" charset="77"/>
                <a:cs typeface="Raleway"/>
              </a:rPr>
              <a:t>average saving </a:t>
            </a:r>
            <a:br>
              <a:rPr lang="en-GB" sz="1000" spc="-10" dirty="0">
                <a:solidFill>
                  <a:schemeClr val="tx2"/>
                </a:solidFill>
                <a:latin typeface="Corporate Traveller" pitchFamily="2" charset="77"/>
                <a:cs typeface="Raleway"/>
              </a:rPr>
            </a:br>
            <a:r>
              <a:rPr lang="en-GB" sz="1000" spc="-10" dirty="0">
                <a:solidFill>
                  <a:schemeClr val="tx2"/>
                </a:solidFill>
                <a:latin typeface="Corporate Traveller" pitchFamily="2" charset="77"/>
                <a:cs typeface="Raleway"/>
              </a:rPr>
              <a:t>per optimised </a:t>
            </a:r>
            <a:br>
              <a:rPr lang="en-GB" sz="1000" spc="-10" dirty="0">
                <a:solidFill>
                  <a:schemeClr val="tx2"/>
                </a:solidFill>
                <a:latin typeface="Corporate Traveller" pitchFamily="2" charset="77"/>
                <a:cs typeface="Raleway"/>
              </a:rPr>
            </a:br>
            <a:r>
              <a:rPr lang="en-GB" sz="1000" spc="-10" dirty="0">
                <a:solidFill>
                  <a:schemeClr val="tx2"/>
                </a:solidFill>
                <a:latin typeface="Corporate Traveller" pitchFamily="2" charset="77"/>
                <a:cs typeface="Raleway"/>
              </a:rPr>
              <a:t>hotel booking</a:t>
            </a:r>
            <a:endParaRPr sz="1000" dirty="0">
              <a:solidFill>
                <a:schemeClr val="tx2"/>
              </a:solidFill>
              <a:latin typeface="Corporate Traveller" pitchFamily="2" charset="77"/>
              <a:cs typeface="Raleway"/>
            </a:endParaRPr>
          </a:p>
        </p:txBody>
      </p:sp>
    </p:spTree>
    <p:extLst>
      <p:ext uri="{BB962C8B-B14F-4D97-AF65-F5344CB8AC3E}">
        <p14:creationId xmlns:p14="http://schemas.microsoft.com/office/powerpoint/2010/main" val="423037994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A2F999-FE6B-2C60-5D81-38C0D927A87B}"/>
              </a:ext>
            </a:extLst>
          </p:cNvPr>
          <p:cNvSpPr/>
          <p:nvPr/>
        </p:nvSpPr>
        <p:spPr>
          <a:xfrm>
            <a:off x="0" y="0"/>
            <a:ext cx="12192000" cy="6858000"/>
          </a:xfrm>
          <a:prstGeom prst="rect">
            <a:avLst/>
          </a:prstGeom>
          <a:solidFill>
            <a:schemeClr val="tx2"/>
          </a:solidFill>
          <a:ln w="44450" cap="flat">
            <a:noFill/>
            <a:prstDash val="solid"/>
            <a:miter/>
          </a:ln>
        </p:spPr>
        <p:txBody>
          <a:bodyPr rtlCol="0" anchor="ctr"/>
          <a:lstStyle/>
          <a:p>
            <a:pPr algn="l"/>
            <a:endParaRPr lang="en-GB"/>
          </a:p>
        </p:txBody>
      </p:sp>
      <p:sp>
        <p:nvSpPr>
          <p:cNvPr id="7" name="Rounded Rectangle 6">
            <a:extLst>
              <a:ext uri="{FF2B5EF4-FFF2-40B4-BE49-F238E27FC236}">
                <a16:creationId xmlns:a16="http://schemas.microsoft.com/office/drawing/2014/main" id="{9BF75E92-0D8E-FCFD-E17B-E34F1C24FF56}"/>
              </a:ext>
            </a:extLst>
          </p:cNvPr>
          <p:cNvSpPr/>
          <p:nvPr/>
        </p:nvSpPr>
        <p:spPr>
          <a:xfrm>
            <a:off x="3278832" y="1263293"/>
            <a:ext cx="2733265" cy="4520819"/>
          </a:xfrm>
          <a:prstGeom prst="roundRect">
            <a:avLst>
              <a:gd name="adj" fmla="val 10189"/>
            </a:avLst>
          </a:prstGeom>
          <a:solidFill>
            <a:schemeClr val="bg1"/>
          </a:solidFill>
          <a:ln w="44450" cap="flat">
            <a:noFill/>
            <a:prstDash val="solid"/>
            <a:miter/>
          </a:ln>
        </p:spPr>
        <p:txBody>
          <a:bodyPr rtlCol="0" anchor="ctr"/>
          <a:lstStyle/>
          <a:p>
            <a:pPr algn="l"/>
            <a:endParaRPr lang="en-GB"/>
          </a:p>
        </p:txBody>
      </p:sp>
      <p:sp>
        <p:nvSpPr>
          <p:cNvPr id="11" name="Rounded Rectangle 10">
            <a:extLst>
              <a:ext uri="{FF2B5EF4-FFF2-40B4-BE49-F238E27FC236}">
                <a16:creationId xmlns:a16="http://schemas.microsoft.com/office/drawing/2014/main" id="{5CD64948-5743-AB99-AC9B-A52A8AE196BE}"/>
              </a:ext>
            </a:extLst>
          </p:cNvPr>
          <p:cNvSpPr/>
          <p:nvPr/>
        </p:nvSpPr>
        <p:spPr>
          <a:xfrm>
            <a:off x="6185610" y="1263293"/>
            <a:ext cx="2734430" cy="4520819"/>
          </a:xfrm>
          <a:prstGeom prst="roundRect">
            <a:avLst>
              <a:gd name="adj" fmla="val 10189"/>
            </a:avLst>
          </a:prstGeom>
          <a:solidFill>
            <a:schemeClr val="bg1"/>
          </a:solidFill>
          <a:ln w="44450" cap="flat">
            <a:noFill/>
            <a:prstDash val="solid"/>
            <a:miter/>
          </a:ln>
        </p:spPr>
        <p:txBody>
          <a:bodyPr rtlCol="0" anchor="ctr"/>
          <a:lstStyle/>
          <a:p>
            <a:pPr algn="l"/>
            <a:endParaRPr lang="en-GB"/>
          </a:p>
        </p:txBody>
      </p:sp>
      <p:sp>
        <p:nvSpPr>
          <p:cNvPr id="12" name="Rounded Rectangle 11">
            <a:extLst>
              <a:ext uri="{FF2B5EF4-FFF2-40B4-BE49-F238E27FC236}">
                <a16:creationId xmlns:a16="http://schemas.microsoft.com/office/drawing/2014/main" id="{05D621EE-B1CE-A8AA-DB10-0509D4801DEE}"/>
              </a:ext>
            </a:extLst>
          </p:cNvPr>
          <p:cNvSpPr/>
          <p:nvPr/>
        </p:nvSpPr>
        <p:spPr>
          <a:xfrm>
            <a:off x="9086682" y="1263293"/>
            <a:ext cx="2745317" cy="4520819"/>
          </a:xfrm>
          <a:prstGeom prst="roundRect">
            <a:avLst>
              <a:gd name="adj" fmla="val 10189"/>
            </a:avLst>
          </a:prstGeom>
          <a:solidFill>
            <a:schemeClr val="bg1"/>
          </a:solidFill>
          <a:ln w="44450" cap="flat">
            <a:noFill/>
            <a:prstDash val="solid"/>
            <a:miter/>
          </a:ln>
        </p:spPr>
        <p:txBody>
          <a:bodyPr rtlCol="0" anchor="ctr"/>
          <a:lstStyle/>
          <a:p>
            <a:pPr algn="l"/>
            <a:endParaRPr lang="en-GB"/>
          </a:p>
        </p:txBody>
      </p:sp>
      <p:sp>
        <p:nvSpPr>
          <p:cNvPr id="20" name="Rounded Rectangle 19">
            <a:extLst>
              <a:ext uri="{FF2B5EF4-FFF2-40B4-BE49-F238E27FC236}">
                <a16:creationId xmlns:a16="http://schemas.microsoft.com/office/drawing/2014/main" id="{A5586FAD-54E0-8D95-0AFD-B2D7988294C6}"/>
              </a:ext>
            </a:extLst>
          </p:cNvPr>
          <p:cNvSpPr/>
          <p:nvPr/>
        </p:nvSpPr>
        <p:spPr>
          <a:xfrm>
            <a:off x="359999" y="1263293"/>
            <a:ext cx="2745317" cy="4520819"/>
          </a:xfrm>
          <a:prstGeom prst="roundRect">
            <a:avLst>
              <a:gd name="adj" fmla="val 10189"/>
            </a:avLst>
          </a:prstGeom>
          <a:solidFill>
            <a:schemeClr val="bg1"/>
          </a:solidFill>
          <a:ln w="44450" cap="flat">
            <a:noFill/>
            <a:prstDash val="solid"/>
            <a:miter/>
          </a:ln>
        </p:spPr>
        <p:txBody>
          <a:bodyPr rtlCol="0" anchor="ctr"/>
          <a:lstStyle/>
          <a:p>
            <a:pPr algn="l"/>
            <a:endParaRPr lang="en-GB"/>
          </a:p>
        </p:txBody>
      </p:sp>
      <p:sp>
        <p:nvSpPr>
          <p:cNvPr id="9" name="Title 5">
            <a:extLst>
              <a:ext uri="{FF2B5EF4-FFF2-40B4-BE49-F238E27FC236}">
                <a16:creationId xmlns:a16="http://schemas.microsoft.com/office/drawing/2014/main" id="{086AB2F3-45B7-68C5-FB64-65FEBED1A957}"/>
              </a:ext>
            </a:extLst>
          </p:cNvPr>
          <p:cNvSpPr>
            <a:spLocks noGrp="1"/>
          </p:cNvSpPr>
          <p:nvPr>
            <p:ph type="title"/>
          </p:nvPr>
        </p:nvSpPr>
        <p:spPr>
          <a:xfrm>
            <a:off x="360000" y="494928"/>
            <a:ext cx="5656696" cy="360000"/>
          </a:xfrm>
        </p:spPr>
        <p:txBody>
          <a:bodyPr/>
          <a:lstStyle/>
          <a:p>
            <a:r>
              <a:rPr lang="en-US" sz="3200" dirty="0">
                <a:solidFill>
                  <a:schemeClr val="bg1"/>
                </a:solidFill>
                <a:latin typeface="Corporate Traveller" pitchFamily="2" charset="0"/>
              </a:rPr>
              <a:t>The value our customers get</a:t>
            </a:r>
          </a:p>
        </p:txBody>
      </p:sp>
      <p:grpSp>
        <p:nvGrpSpPr>
          <p:cNvPr id="2" name="Group 1">
            <a:extLst>
              <a:ext uri="{FF2B5EF4-FFF2-40B4-BE49-F238E27FC236}">
                <a16:creationId xmlns:a16="http://schemas.microsoft.com/office/drawing/2014/main" id="{07463443-11D7-FED9-12F0-472D7E904C7A}"/>
              </a:ext>
            </a:extLst>
          </p:cNvPr>
          <p:cNvGrpSpPr/>
          <p:nvPr/>
        </p:nvGrpSpPr>
        <p:grpSpPr>
          <a:xfrm>
            <a:off x="360001" y="1263293"/>
            <a:ext cx="11471998" cy="1458642"/>
            <a:chOff x="360001" y="1219225"/>
            <a:chExt cx="9137907" cy="1034117"/>
          </a:xfrm>
        </p:grpSpPr>
        <p:sp>
          <p:nvSpPr>
            <p:cNvPr id="3" name="Rounded Rectangle 2">
              <a:extLst>
                <a:ext uri="{FF2B5EF4-FFF2-40B4-BE49-F238E27FC236}">
                  <a16:creationId xmlns:a16="http://schemas.microsoft.com/office/drawing/2014/main" id="{B15B6A78-1178-8052-D511-C6C8E89DBDAD}"/>
                </a:ext>
              </a:extLst>
            </p:cNvPr>
            <p:cNvSpPr/>
            <p:nvPr/>
          </p:nvSpPr>
          <p:spPr>
            <a:xfrm>
              <a:off x="360001" y="1219225"/>
              <a:ext cx="2186756" cy="1034117"/>
            </a:xfrm>
            <a:prstGeom prst="roundRect">
              <a:avLst>
                <a:gd name="adj" fmla="val 19135"/>
              </a:avLst>
            </a:prstGeom>
            <a:solidFill>
              <a:schemeClr val="accent2"/>
            </a:solidFill>
            <a:ln w="44450" cap="flat">
              <a:noFill/>
              <a:prstDash val="solid"/>
              <a:miter/>
            </a:ln>
          </p:spPr>
          <p:txBody>
            <a:bodyPr rtlCol="0" anchor="ctr"/>
            <a:lstStyle/>
            <a:p>
              <a:pPr algn="l"/>
              <a:endParaRPr lang="en-GB"/>
            </a:p>
          </p:txBody>
        </p:sp>
        <p:sp>
          <p:nvSpPr>
            <p:cNvPr id="4" name="Rounded Rectangle 3">
              <a:extLst>
                <a:ext uri="{FF2B5EF4-FFF2-40B4-BE49-F238E27FC236}">
                  <a16:creationId xmlns:a16="http://schemas.microsoft.com/office/drawing/2014/main" id="{73D28B19-E882-9CEA-E21F-9D54FDFC0080}"/>
                </a:ext>
              </a:extLst>
            </p:cNvPr>
            <p:cNvSpPr/>
            <p:nvPr/>
          </p:nvSpPr>
          <p:spPr>
            <a:xfrm>
              <a:off x="2679030" y="1219225"/>
              <a:ext cx="2186756" cy="1034117"/>
            </a:xfrm>
            <a:prstGeom prst="roundRect">
              <a:avLst>
                <a:gd name="adj" fmla="val 19135"/>
              </a:avLst>
            </a:prstGeom>
            <a:solidFill>
              <a:schemeClr val="accent2"/>
            </a:solidFill>
            <a:ln w="44450" cap="flat">
              <a:noFill/>
              <a:prstDash val="solid"/>
              <a:miter/>
            </a:ln>
          </p:spPr>
          <p:txBody>
            <a:bodyPr rtlCol="0" anchor="ctr"/>
            <a:lstStyle/>
            <a:p>
              <a:pPr algn="l"/>
              <a:endParaRPr lang="en-GB"/>
            </a:p>
          </p:txBody>
        </p:sp>
        <p:sp>
          <p:nvSpPr>
            <p:cNvPr id="5" name="Rounded Rectangle 4">
              <a:extLst>
                <a:ext uri="{FF2B5EF4-FFF2-40B4-BE49-F238E27FC236}">
                  <a16:creationId xmlns:a16="http://schemas.microsoft.com/office/drawing/2014/main" id="{544985C2-97EC-1C41-BBEC-2E2F0519C9B5}"/>
                </a:ext>
              </a:extLst>
            </p:cNvPr>
            <p:cNvSpPr/>
            <p:nvPr/>
          </p:nvSpPr>
          <p:spPr>
            <a:xfrm>
              <a:off x="4998059" y="1219225"/>
              <a:ext cx="2186756" cy="1034117"/>
            </a:xfrm>
            <a:prstGeom prst="roundRect">
              <a:avLst>
                <a:gd name="adj" fmla="val 19135"/>
              </a:avLst>
            </a:prstGeom>
            <a:solidFill>
              <a:schemeClr val="accent2"/>
            </a:solidFill>
            <a:ln w="44450" cap="flat">
              <a:noFill/>
              <a:prstDash val="solid"/>
              <a:miter/>
            </a:ln>
          </p:spPr>
          <p:txBody>
            <a:bodyPr rtlCol="0" anchor="ctr"/>
            <a:lstStyle/>
            <a:p>
              <a:pPr algn="l"/>
              <a:endParaRPr lang="en-GB"/>
            </a:p>
          </p:txBody>
        </p:sp>
        <p:sp>
          <p:nvSpPr>
            <p:cNvPr id="6" name="Rounded Rectangle 5">
              <a:extLst>
                <a:ext uri="{FF2B5EF4-FFF2-40B4-BE49-F238E27FC236}">
                  <a16:creationId xmlns:a16="http://schemas.microsoft.com/office/drawing/2014/main" id="{267879CB-F515-95FF-DDDF-4CB847C04E44}"/>
                </a:ext>
              </a:extLst>
            </p:cNvPr>
            <p:cNvSpPr/>
            <p:nvPr/>
          </p:nvSpPr>
          <p:spPr>
            <a:xfrm>
              <a:off x="7311152" y="1219225"/>
              <a:ext cx="2186756" cy="1034117"/>
            </a:xfrm>
            <a:prstGeom prst="roundRect">
              <a:avLst>
                <a:gd name="adj" fmla="val 19135"/>
              </a:avLst>
            </a:prstGeom>
            <a:solidFill>
              <a:schemeClr val="accent2"/>
            </a:solidFill>
            <a:ln w="44450" cap="flat">
              <a:noFill/>
              <a:prstDash val="solid"/>
              <a:miter/>
            </a:ln>
          </p:spPr>
          <p:txBody>
            <a:bodyPr rtlCol="0" anchor="ctr"/>
            <a:lstStyle/>
            <a:p>
              <a:pPr algn="l"/>
              <a:endParaRPr lang="en-GB"/>
            </a:p>
          </p:txBody>
        </p:sp>
      </p:grpSp>
      <p:sp>
        <p:nvSpPr>
          <p:cNvPr id="26" name="TextBox 25">
            <a:extLst>
              <a:ext uri="{FF2B5EF4-FFF2-40B4-BE49-F238E27FC236}">
                <a16:creationId xmlns:a16="http://schemas.microsoft.com/office/drawing/2014/main" id="{E9C104C6-8750-DA61-AE29-981DAE3CC4BC}"/>
              </a:ext>
            </a:extLst>
          </p:cNvPr>
          <p:cNvSpPr txBox="1"/>
          <p:nvPr/>
        </p:nvSpPr>
        <p:spPr>
          <a:xfrm>
            <a:off x="639282" y="2067628"/>
            <a:ext cx="2186756" cy="523220"/>
          </a:xfrm>
          <a:prstGeom prst="rect">
            <a:avLst/>
          </a:prstGeom>
          <a:noFill/>
        </p:spPr>
        <p:txBody>
          <a:bodyPr wrap="square">
            <a:spAutoFit/>
          </a:bodyPr>
          <a:lstStyle/>
          <a:p>
            <a:pPr algn="ctr"/>
            <a:r>
              <a:rPr lang="en-GB" sz="1400" b="1" dirty="0">
                <a:solidFill>
                  <a:schemeClr val="bg1"/>
                </a:solidFill>
                <a:latin typeface="Corporate Traveller" pitchFamily="2" charset="0"/>
              </a:rPr>
              <a:t>A travel experience people will love</a:t>
            </a:r>
            <a:endParaRPr lang="en-GB" sz="1400" dirty="0">
              <a:solidFill>
                <a:schemeClr val="bg1"/>
              </a:solidFill>
              <a:latin typeface="Corporate Traveller" pitchFamily="2" charset="0"/>
            </a:endParaRPr>
          </a:p>
        </p:txBody>
      </p:sp>
      <p:sp>
        <p:nvSpPr>
          <p:cNvPr id="27" name="TextBox 26">
            <a:extLst>
              <a:ext uri="{FF2B5EF4-FFF2-40B4-BE49-F238E27FC236}">
                <a16:creationId xmlns:a16="http://schemas.microsoft.com/office/drawing/2014/main" id="{711F761B-8CAF-06B6-AC80-F8D24B874DAC}"/>
              </a:ext>
            </a:extLst>
          </p:cNvPr>
          <p:cNvSpPr txBox="1"/>
          <p:nvPr/>
        </p:nvSpPr>
        <p:spPr>
          <a:xfrm>
            <a:off x="3550659" y="2067628"/>
            <a:ext cx="2186756" cy="523220"/>
          </a:xfrm>
          <a:prstGeom prst="rect">
            <a:avLst/>
          </a:prstGeom>
          <a:noFill/>
        </p:spPr>
        <p:txBody>
          <a:bodyPr wrap="square">
            <a:spAutoFit/>
          </a:bodyPr>
          <a:lstStyle/>
          <a:p>
            <a:pPr algn="ctr"/>
            <a:r>
              <a:rPr lang="en-GB" sz="1400" b="1" dirty="0">
                <a:solidFill>
                  <a:schemeClr val="bg1"/>
                </a:solidFill>
                <a:latin typeface="Corporate Traveller" pitchFamily="2" charset="0"/>
              </a:rPr>
              <a:t>Save time</a:t>
            </a:r>
            <a:br>
              <a:rPr lang="en-GB" sz="1400" b="1" dirty="0">
                <a:solidFill>
                  <a:schemeClr val="bg1"/>
                </a:solidFill>
                <a:latin typeface="Corporate Traveller" pitchFamily="2" charset="0"/>
              </a:rPr>
            </a:br>
            <a:r>
              <a:rPr lang="en-GB" sz="1400" b="1" dirty="0">
                <a:solidFill>
                  <a:schemeClr val="bg1"/>
                </a:solidFill>
                <a:latin typeface="Corporate Traveller" pitchFamily="2" charset="0"/>
              </a:rPr>
              <a:t>and money</a:t>
            </a:r>
            <a:endParaRPr lang="en-GB" sz="1400" dirty="0">
              <a:solidFill>
                <a:schemeClr val="bg1"/>
              </a:solidFill>
              <a:latin typeface="Corporate Traveller" pitchFamily="2" charset="0"/>
            </a:endParaRPr>
          </a:p>
        </p:txBody>
      </p:sp>
      <p:sp>
        <p:nvSpPr>
          <p:cNvPr id="28" name="TextBox 27">
            <a:extLst>
              <a:ext uri="{FF2B5EF4-FFF2-40B4-BE49-F238E27FC236}">
                <a16:creationId xmlns:a16="http://schemas.microsoft.com/office/drawing/2014/main" id="{D69FB298-3F85-EC5A-759A-3473D9C7005D}"/>
              </a:ext>
            </a:extLst>
          </p:cNvPr>
          <p:cNvSpPr txBox="1"/>
          <p:nvPr/>
        </p:nvSpPr>
        <p:spPr>
          <a:xfrm>
            <a:off x="6490422" y="2067628"/>
            <a:ext cx="2121950" cy="523220"/>
          </a:xfrm>
          <a:prstGeom prst="rect">
            <a:avLst/>
          </a:prstGeom>
          <a:noFill/>
        </p:spPr>
        <p:txBody>
          <a:bodyPr wrap="square">
            <a:spAutoFit/>
          </a:bodyPr>
          <a:lstStyle/>
          <a:p>
            <a:pPr algn="ctr"/>
            <a:r>
              <a:rPr lang="en-GB" sz="1400" b="1" dirty="0">
                <a:solidFill>
                  <a:schemeClr val="bg1"/>
                </a:solidFill>
                <a:latin typeface="Corporate Traveller" pitchFamily="2" charset="0"/>
              </a:rPr>
              <a:t>Visibility and control of your travel data</a:t>
            </a:r>
            <a:endParaRPr lang="en-GB" sz="1400" dirty="0">
              <a:solidFill>
                <a:schemeClr val="bg1"/>
              </a:solidFill>
              <a:latin typeface="Corporate Traveller" pitchFamily="2" charset="0"/>
            </a:endParaRPr>
          </a:p>
        </p:txBody>
      </p:sp>
      <p:sp>
        <p:nvSpPr>
          <p:cNvPr id="29" name="TextBox 28">
            <a:extLst>
              <a:ext uri="{FF2B5EF4-FFF2-40B4-BE49-F238E27FC236}">
                <a16:creationId xmlns:a16="http://schemas.microsoft.com/office/drawing/2014/main" id="{E29DF472-8611-9168-00B7-FAADC9C1CFB7}"/>
              </a:ext>
            </a:extLst>
          </p:cNvPr>
          <p:cNvSpPr txBox="1"/>
          <p:nvPr/>
        </p:nvSpPr>
        <p:spPr>
          <a:xfrm>
            <a:off x="9365962" y="2067628"/>
            <a:ext cx="2186756" cy="523220"/>
          </a:xfrm>
          <a:prstGeom prst="rect">
            <a:avLst/>
          </a:prstGeom>
          <a:noFill/>
        </p:spPr>
        <p:txBody>
          <a:bodyPr wrap="square">
            <a:spAutoFit/>
          </a:bodyPr>
          <a:lstStyle/>
          <a:p>
            <a:pPr algn="ctr"/>
            <a:r>
              <a:rPr lang="en-US" sz="1400" b="1" dirty="0">
                <a:solidFill>
                  <a:schemeClr val="bg1"/>
                </a:solidFill>
                <a:latin typeface="Corporate Traveller" pitchFamily="2" charset="0"/>
              </a:rPr>
              <a:t>Exclusive value you won’t get elsewhere</a:t>
            </a:r>
            <a:endParaRPr lang="en-GB" sz="1400" b="1" dirty="0">
              <a:solidFill>
                <a:schemeClr val="bg1"/>
              </a:solidFill>
              <a:latin typeface="Corporate Traveller" pitchFamily="2" charset="0"/>
            </a:endParaRPr>
          </a:p>
        </p:txBody>
      </p:sp>
      <p:sp>
        <p:nvSpPr>
          <p:cNvPr id="32" name="TextBox 31">
            <a:extLst>
              <a:ext uri="{FF2B5EF4-FFF2-40B4-BE49-F238E27FC236}">
                <a16:creationId xmlns:a16="http://schemas.microsoft.com/office/drawing/2014/main" id="{21D2A624-8968-84CF-FD98-5CD3ADE871F2}"/>
              </a:ext>
            </a:extLst>
          </p:cNvPr>
          <p:cNvSpPr txBox="1"/>
          <p:nvPr/>
        </p:nvSpPr>
        <p:spPr>
          <a:xfrm>
            <a:off x="477882" y="2876985"/>
            <a:ext cx="2422461" cy="1954381"/>
          </a:xfrm>
          <a:prstGeom prst="rect">
            <a:avLst/>
          </a:prstGeom>
          <a:noFill/>
        </p:spPr>
        <p:txBody>
          <a:bodyPr wrap="square">
            <a:spAutoFit/>
          </a:bodyPr>
          <a:lstStyle/>
          <a:p>
            <a:pPr marL="180000" indent="-180000">
              <a:spcAft>
                <a:spcPts val="600"/>
              </a:spcAft>
              <a:buAutoNum type="arabicPeriod"/>
            </a:pPr>
            <a:r>
              <a:rPr lang="en-GB" sz="1200" dirty="0">
                <a:solidFill>
                  <a:schemeClr val="tx2"/>
                </a:solidFill>
                <a:latin typeface="Corporate Traveller" pitchFamily="2" charset="0"/>
              </a:rPr>
              <a:t>Consumer grade UX</a:t>
            </a:r>
          </a:p>
          <a:p>
            <a:pPr marL="180000" indent="-180000">
              <a:spcAft>
                <a:spcPts val="600"/>
              </a:spcAft>
              <a:buAutoNum type="arabicPeriod"/>
            </a:pPr>
            <a:r>
              <a:rPr lang="en-GB" sz="1200" dirty="0">
                <a:solidFill>
                  <a:schemeClr val="tx2"/>
                </a:solidFill>
                <a:latin typeface="Corporate Traveller" pitchFamily="2" charset="0"/>
              </a:rPr>
              <a:t>Mel, trusted travel co-pilot</a:t>
            </a:r>
          </a:p>
          <a:p>
            <a:pPr marL="180000" indent="-180000">
              <a:spcAft>
                <a:spcPts val="600"/>
              </a:spcAft>
              <a:buAutoNum type="arabicPeriod"/>
            </a:pPr>
            <a:r>
              <a:rPr lang="en-GB" sz="1200" dirty="0">
                <a:solidFill>
                  <a:schemeClr val="tx2"/>
                </a:solidFill>
                <a:latin typeface="Corporate Traveller" pitchFamily="2" charset="0"/>
              </a:rPr>
              <a:t>24/7 support</a:t>
            </a:r>
          </a:p>
          <a:p>
            <a:pPr marL="180000" indent="-180000">
              <a:spcAft>
                <a:spcPts val="600"/>
              </a:spcAft>
              <a:buAutoNum type="arabicPeriod"/>
            </a:pPr>
            <a:r>
              <a:rPr lang="en-GB" sz="1200" dirty="0">
                <a:solidFill>
                  <a:schemeClr val="tx2"/>
                </a:solidFill>
                <a:latin typeface="Corporate Traveller" pitchFamily="2" charset="0"/>
              </a:rPr>
              <a:t>Dedicated travel manager who knows you and your business</a:t>
            </a:r>
          </a:p>
          <a:p>
            <a:pPr marL="180000" indent="-180000">
              <a:spcAft>
                <a:spcPts val="600"/>
              </a:spcAft>
              <a:buAutoNum type="arabicPeriod"/>
            </a:pPr>
            <a:r>
              <a:rPr lang="en-GB" sz="1200" dirty="0">
                <a:solidFill>
                  <a:schemeClr val="tx2"/>
                </a:solidFill>
                <a:latin typeface="Corporate Traveller" pitchFamily="2" charset="0"/>
              </a:rPr>
              <a:t>Proactive disruption support</a:t>
            </a:r>
          </a:p>
          <a:p>
            <a:pPr marL="180000" indent="-180000">
              <a:spcAft>
                <a:spcPts val="600"/>
              </a:spcAft>
              <a:buAutoNum type="arabicPeriod"/>
            </a:pPr>
            <a:r>
              <a:rPr lang="en-GB" sz="1200" dirty="0">
                <a:solidFill>
                  <a:schemeClr val="tx2"/>
                </a:solidFill>
                <a:latin typeface="Corporate Traveller" pitchFamily="2" charset="0"/>
              </a:rPr>
              <a:t>Self-service and live chat</a:t>
            </a:r>
          </a:p>
        </p:txBody>
      </p:sp>
      <p:sp>
        <p:nvSpPr>
          <p:cNvPr id="13" name="TextBox 12">
            <a:extLst>
              <a:ext uri="{FF2B5EF4-FFF2-40B4-BE49-F238E27FC236}">
                <a16:creationId xmlns:a16="http://schemas.microsoft.com/office/drawing/2014/main" id="{3DBB4F25-0BD9-E390-A04D-9E58DE22A47D}"/>
              </a:ext>
            </a:extLst>
          </p:cNvPr>
          <p:cNvSpPr txBox="1"/>
          <p:nvPr/>
        </p:nvSpPr>
        <p:spPr>
          <a:xfrm>
            <a:off x="3411034" y="2876985"/>
            <a:ext cx="2595357" cy="2770887"/>
          </a:xfrm>
          <a:prstGeom prst="rect">
            <a:avLst/>
          </a:prstGeom>
          <a:noFill/>
        </p:spPr>
        <p:txBody>
          <a:bodyPr wrap="square">
            <a:spAutoFit/>
          </a:bodyPr>
          <a:lstStyle/>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Frictionless online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booking, payment and expenses solutions</a:t>
            </a:r>
            <a:endParaRPr lang="en-GB" sz="1200" kern="1200" dirty="0">
              <a:solidFill>
                <a:schemeClr val="tx2"/>
              </a:solidFill>
              <a:latin typeface="Corporate Traveller" pitchFamily="2" charset="0"/>
            </a:endParaRP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Better user experience, enabling higher adoption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and less money lost on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3</a:t>
            </a:r>
            <a:r>
              <a:rPr lang="en-GB" sz="1200" baseline="30000" dirty="0">
                <a:solidFill>
                  <a:schemeClr val="tx2"/>
                </a:solidFill>
                <a:latin typeface="Corporate Traveller" pitchFamily="2" charset="0"/>
              </a:rPr>
              <a:t>rd</a:t>
            </a:r>
            <a:r>
              <a:rPr lang="en-GB" sz="1200" dirty="0">
                <a:solidFill>
                  <a:schemeClr val="tx2"/>
                </a:solidFill>
                <a:latin typeface="Corporate Traveller" pitchFamily="2" charset="0"/>
              </a:rPr>
              <a:t> party sites</a:t>
            </a:r>
            <a:endParaRPr lang="en-GB" sz="1200" kern="1200" dirty="0">
              <a:solidFill>
                <a:schemeClr val="tx2"/>
              </a:solidFill>
              <a:latin typeface="Corporate Traveller" pitchFamily="2" charset="0"/>
            </a:endParaRP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Built to integrate your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loyalty programmes</a:t>
            </a:r>
            <a:endParaRPr lang="en-GB" sz="1200" kern="1200" dirty="0">
              <a:solidFill>
                <a:schemeClr val="tx2"/>
              </a:solidFill>
              <a:latin typeface="Corporate Traveller" pitchFamily="2" charset="0"/>
            </a:endParaRP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Instant access to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experienced consultants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and support</a:t>
            </a:r>
            <a:endParaRPr lang="en-GB" sz="1200" kern="1200" dirty="0">
              <a:solidFill>
                <a:schemeClr val="tx2"/>
              </a:solidFill>
              <a:latin typeface="Corporate Traveller" pitchFamily="2" charset="0"/>
            </a:endParaRPr>
          </a:p>
        </p:txBody>
      </p:sp>
      <p:sp>
        <p:nvSpPr>
          <p:cNvPr id="14" name="TextBox 13">
            <a:extLst>
              <a:ext uri="{FF2B5EF4-FFF2-40B4-BE49-F238E27FC236}">
                <a16:creationId xmlns:a16="http://schemas.microsoft.com/office/drawing/2014/main" id="{16F3120E-668E-45F3-A3A8-858F642493B3}"/>
              </a:ext>
            </a:extLst>
          </p:cNvPr>
          <p:cNvSpPr txBox="1"/>
          <p:nvPr/>
        </p:nvSpPr>
        <p:spPr>
          <a:xfrm>
            <a:off x="6313797" y="2876985"/>
            <a:ext cx="2595357" cy="2770887"/>
          </a:xfrm>
          <a:prstGeom prst="rect">
            <a:avLst/>
          </a:prstGeom>
          <a:noFill/>
        </p:spPr>
        <p:txBody>
          <a:bodyPr wrap="square">
            <a:spAutoFit/>
          </a:bodyPr>
          <a:lstStyle/>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See how much you are spending in real time</a:t>
            </a: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Manage the safety of travellers on the go when disruption happens</a:t>
            </a: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Access reporting and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expense information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for your finance and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leadership teams</a:t>
            </a: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chemeClr val="tx2"/>
                </a:solidFill>
                <a:latin typeface="Corporate Traveller" pitchFamily="2" charset="0"/>
              </a:rPr>
              <a:t>Drive savings and adjust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travel rules that suit </a:t>
            </a:r>
            <a:br>
              <a:rPr lang="en-GB" sz="1200" dirty="0">
                <a:solidFill>
                  <a:schemeClr val="tx2"/>
                </a:solidFill>
                <a:latin typeface="Corporate Traveller" pitchFamily="2" charset="0"/>
              </a:rPr>
            </a:br>
            <a:r>
              <a:rPr lang="en-GB" sz="1200" dirty="0">
                <a:solidFill>
                  <a:schemeClr val="tx2"/>
                </a:solidFill>
                <a:latin typeface="Corporate Traveller" pitchFamily="2" charset="0"/>
              </a:rPr>
              <a:t>your business</a:t>
            </a:r>
          </a:p>
        </p:txBody>
      </p:sp>
      <p:sp>
        <p:nvSpPr>
          <p:cNvPr id="15" name="TextBox 14">
            <a:extLst>
              <a:ext uri="{FF2B5EF4-FFF2-40B4-BE49-F238E27FC236}">
                <a16:creationId xmlns:a16="http://schemas.microsoft.com/office/drawing/2014/main" id="{8ADEB3E0-5345-F352-2ACE-0D676D360E29}"/>
              </a:ext>
            </a:extLst>
          </p:cNvPr>
          <p:cNvSpPr txBox="1"/>
          <p:nvPr/>
        </p:nvSpPr>
        <p:spPr>
          <a:xfrm>
            <a:off x="9194319" y="2876985"/>
            <a:ext cx="2595357" cy="1950149"/>
          </a:xfrm>
          <a:prstGeom prst="rect">
            <a:avLst/>
          </a:prstGeom>
          <a:noFill/>
        </p:spPr>
        <p:txBody>
          <a:bodyPr wrap="square">
            <a:spAutoFit/>
          </a:bodyPr>
          <a:lstStyle/>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kern="1200" dirty="0">
                <a:solidFill>
                  <a:srgbClr val="00434E"/>
                </a:solidFill>
                <a:latin typeface="Corporate Traveller" pitchFamily="2" charset="0"/>
              </a:rPr>
              <a:t>Exclusive CT rates</a:t>
            </a: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kern="1200" dirty="0">
                <a:solidFill>
                  <a:srgbClr val="00434E"/>
                </a:solidFill>
                <a:latin typeface="Corporate Traveller" pitchFamily="2" charset="0"/>
              </a:rPr>
              <a:t>Direct connects with major carriers and hotels</a:t>
            </a: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dirty="0">
                <a:solidFill>
                  <a:srgbClr val="00434E"/>
                </a:solidFill>
                <a:latin typeface="Corporate Traveller" pitchFamily="2" charset="0"/>
              </a:rPr>
              <a:t>Relevant products for </a:t>
            </a:r>
            <a:br>
              <a:rPr lang="en-GB" sz="1200" dirty="0">
                <a:solidFill>
                  <a:srgbClr val="00434E"/>
                </a:solidFill>
                <a:latin typeface="Corporate Traveller" pitchFamily="2" charset="0"/>
              </a:rPr>
            </a:br>
            <a:r>
              <a:rPr lang="en-GB" sz="1200" dirty="0">
                <a:solidFill>
                  <a:srgbClr val="00434E"/>
                </a:solidFill>
                <a:latin typeface="Corporate Traveller" pitchFamily="2" charset="0"/>
              </a:rPr>
              <a:t>specialist industries</a:t>
            </a:r>
            <a:endParaRPr lang="en-GB" sz="1200" kern="1200" dirty="0">
              <a:solidFill>
                <a:srgbClr val="00434E"/>
              </a:solidFill>
              <a:latin typeface="Corporate Traveller" pitchFamily="2" charset="0"/>
            </a:endParaRPr>
          </a:p>
          <a:p>
            <a:pPr marL="180000" marR="0" lvl="0" indent="-180000" algn="l" defTabSz="914400" rtl="0" eaLnBrk="1" fontAlgn="auto" latinLnBrk="0" hangingPunct="1">
              <a:lnSpc>
                <a:spcPts val="1600"/>
              </a:lnSpc>
              <a:spcBef>
                <a:spcPts val="0"/>
              </a:spcBef>
              <a:spcAft>
                <a:spcPts val="600"/>
              </a:spcAft>
              <a:buClr>
                <a:schemeClr val="tx2"/>
              </a:buClr>
              <a:buSzTx/>
              <a:buFont typeface="Arial" panose="020B0604020202020204" pitchFamily="34" charset="0"/>
              <a:buAutoNum type="arabicPeriod"/>
              <a:tabLst/>
              <a:defRPr/>
            </a:pPr>
            <a:r>
              <a:rPr lang="en-GB" sz="1200" kern="1200" dirty="0">
                <a:solidFill>
                  <a:srgbClr val="00434E"/>
                </a:solidFill>
                <a:latin typeface="Corporate Traveller" pitchFamily="2" charset="0"/>
              </a:rPr>
              <a:t>Re-shopping if cheaper </a:t>
            </a:r>
            <a:br>
              <a:rPr lang="en-GB" sz="1200" kern="1200" dirty="0">
                <a:solidFill>
                  <a:srgbClr val="00434E"/>
                </a:solidFill>
                <a:latin typeface="Corporate Traveller" pitchFamily="2" charset="0"/>
              </a:rPr>
            </a:br>
            <a:r>
              <a:rPr lang="en-GB" sz="1200" dirty="0">
                <a:solidFill>
                  <a:srgbClr val="00434E"/>
                </a:solidFill>
                <a:latin typeface="Corporate Traveller" pitchFamily="2" charset="0"/>
              </a:rPr>
              <a:t>price becomes available, </a:t>
            </a:r>
            <a:br>
              <a:rPr lang="en-GB" sz="1200" dirty="0">
                <a:solidFill>
                  <a:srgbClr val="00434E"/>
                </a:solidFill>
                <a:latin typeface="Corporate Traveller" pitchFamily="2" charset="0"/>
              </a:rPr>
            </a:br>
            <a:r>
              <a:rPr lang="en-GB" sz="1200" dirty="0">
                <a:solidFill>
                  <a:srgbClr val="00434E"/>
                </a:solidFill>
                <a:latin typeface="Corporate Traveller" pitchFamily="2" charset="0"/>
              </a:rPr>
              <a:t>right up to departure </a:t>
            </a:r>
            <a:endParaRPr lang="en-GB" sz="1200" kern="1200" dirty="0">
              <a:solidFill>
                <a:srgbClr val="00434E"/>
              </a:solidFill>
              <a:latin typeface="Corporate Traveller" pitchFamily="2" charset="0"/>
            </a:endParaRPr>
          </a:p>
        </p:txBody>
      </p:sp>
      <p:pic>
        <p:nvPicPr>
          <p:cNvPr id="16" name="object 3">
            <a:extLst>
              <a:ext uri="{FF2B5EF4-FFF2-40B4-BE49-F238E27FC236}">
                <a16:creationId xmlns:a16="http://schemas.microsoft.com/office/drawing/2014/main" id="{063342C7-E423-C7AA-103C-A6FBB19330E0}"/>
              </a:ext>
            </a:extLst>
          </p:cNvPr>
          <p:cNvPicPr/>
          <p:nvPr/>
        </p:nvPicPr>
        <p:blipFill>
          <a:blip r:embed="rId2" cstate="print"/>
          <a:stretch>
            <a:fillRect/>
          </a:stretch>
        </p:blipFill>
        <p:spPr>
          <a:xfrm>
            <a:off x="10306406" y="348812"/>
            <a:ext cx="1558645" cy="353232"/>
          </a:xfrm>
          <a:prstGeom prst="rect">
            <a:avLst/>
          </a:prstGeom>
        </p:spPr>
      </p:pic>
      <p:pic>
        <p:nvPicPr>
          <p:cNvPr id="19" name="Picture 18">
            <a:extLst>
              <a:ext uri="{FF2B5EF4-FFF2-40B4-BE49-F238E27FC236}">
                <a16:creationId xmlns:a16="http://schemas.microsoft.com/office/drawing/2014/main" id="{220A8AC9-6650-9909-176B-9BCE843E6B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9685" y="1402308"/>
            <a:ext cx="642397" cy="642397"/>
          </a:xfrm>
          <a:prstGeom prst="rect">
            <a:avLst/>
          </a:prstGeom>
        </p:spPr>
      </p:pic>
      <p:pic>
        <p:nvPicPr>
          <p:cNvPr id="25" name="Picture 24">
            <a:extLst>
              <a:ext uri="{FF2B5EF4-FFF2-40B4-BE49-F238E27FC236}">
                <a16:creationId xmlns:a16="http://schemas.microsoft.com/office/drawing/2014/main" id="{2C5D6408-21BC-C528-FB64-5DD54284462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322838" y="1412941"/>
            <a:ext cx="642397" cy="642397"/>
          </a:xfrm>
          <a:prstGeom prst="rect">
            <a:avLst/>
          </a:prstGeom>
        </p:spPr>
      </p:pic>
      <p:pic>
        <p:nvPicPr>
          <p:cNvPr id="31" name="Picture 30">
            <a:extLst>
              <a:ext uri="{FF2B5EF4-FFF2-40B4-BE49-F238E27FC236}">
                <a16:creationId xmlns:a16="http://schemas.microsoft.com/office/drawing/2014/main" id="{358E98B0-2C70-86A9-77F8-9ED57E662A5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230198" y="1434207"/>
            <a:ext cx="642397" cy="642397"/>
          </a:xfrm>
          <a:prstGeom prst="rect">
            <a:avLst/>
          </a:prstGeom>
        </p:spPr>
      </p:pic>
      <p:pic>
        <p:nvPicPr>
          <p:cNvPr id="33" name="Picture 32">
            <a:extLst>
              <a:ext uri="{FF2B5EF4-FFF2-40B4-BE49-F238E27FC236}">
                <a16:creationId xmlns:a16="http://schemas.microsoft.com/office/drawing/2014/main" id="{B3D21B2A-7CB3-157F-AD66-A52EB29C9EA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0139918" y="1434207"/>
            <a:ext cx="642397" cy="642397"/>
          </a:xfrm>
          <a:prstGeom prst="rect">
            <a:avLst/>
          </a:prstGeom>
        </p:spPr>
      </p:pic>
      <p:sp>
        <p:nvSpPr>
          <p:cNvPr id="38" name="Date Placeholder 3">
            <a:extLst>
              <a:ext uri="{FF2B5EF4-FFF2-40B4-BE49-F238E27FC236}">
                <a16:creationId xmlns:a16="http://schemas.microsoft.com/office/drawing/2014/main" id="{7DAA6F88-5AF9-80A5-F3BF-90C5CD715313}"/>
              </a:ext>
            </a:extLst>
          </p:cNvPr>
          <p:cNvSpPr>
            <a:spLocks noGrp="1"/>
          </p:cNvSpPr>
          <p:nvPr>
            <p:ph type="dt" sz="half" idx="10"/>
          </p:nvPr>
        </p:nvSpPr>
        <p:spPr>
          <a:xfrm>
            <a:off x="360000" y="6274011"/>
            <a:ext cx="768561" cy="360000"/>
          </a:xfrm>
        </p:spPr>
        <p:txBody>
          <a:bodyPr/>
          <a:lstStyle>
            <a:lvl1pPr>
              <a:defRPr>
                <a:solidFill>
                  <a:schemeClr val="accent1"/>
                </a:solidFill>
              </a:defRPr>
            </a:lvl1pPr>
          </a:lstStyle>
          <a:p>
            <a:fld id="{BB1A7367-EB7B-5940-9250-E537993F6F13}" type="datetime4">
              <a:rPr lang="en-GB" smtClean="0">
                <a:solidFill>
                  <a:schemeClr val="bg1"/>
                </a:solidFill>
              </a:rPr>
              <a:pPr/>
              <a:t>09 April 2026</a:t>
            </a:fld>
            <a:endParaRPr lang="en-GB">
              <a:solidFill>
                <a:schemeClr val="bg1"/>
              </a:solidFill>
            </a:endParaRPr>
          </a:p>
        </p:txBody>
      </p:sp>
      <p:sp>
        <p:nvSpPr>
          <p:cNvPr id="42" name="Footer Placeholder 4">
            <a:extLst>
              <a:ext uri="{FF2B5EF4-FFF2-40B4-BE49-F238E27FC236}">
                <a16:creationId xmlns:a16="http://schemas.microsoft.com/office/drawing/2014/main" id="{13B69B4A-630E-FB0E-92EE-383453D987AD}"/>
              </a:ext>
            </a:extLst>
          </p:cNvPr>
          <p:cNvSpPr>
            <a:spLocks noGrp="1"/>
          </p:cNvSpPr>
          <p:nvPr>
            <p:ph type="ftr" sz="quarter" idx="11"/>
          </p:nvPr>
        </p:nvSpPr>
        <p:spPr>
          <a:xfrm>
            <a:off x="1177289" y="6274011"/>
            <a:ext cx="3118485" cy="360000"/>
          </a:xfrm>
        </p:spPr>
        <p:txBody>
          <a:bodyPr/>
          <a:lstStyle>
            <a:lvl1pPr>
              <a:defRPr>
                <a:solidFill>
                  <a:schemeClr val="accent1"/>
                </a:solidFill>
              </a:defRPr>
            </a:lvl1pPr>
          </a:lstStyle>
          <a:p>
            <a:r>
              <a:rPr lang="en-GB">
                <a:solidFill>
                  <a:schemeClr val="bg1"/>
                </a:solidFill>
              </a:rPr>
              <a:t>Confidential</a:t>
            </a:r>
          </a:p>
        </p:txBody>
      </p:sp>
      <p:sp>
        <p:nvSpPr>
          <p:cNvPr id="43" name="Slide Number Placeholder 5">
            <a:extLst>
              <a:ext uri="{FF2B5EF4-FFF2-40B4-BE49-F238E27FC236}">
                <a16:creationId xmlns:a16="http://schemas.microsoft.com/office/drawing/2014/main" id="{17198334-DBDF-AEA9-3615-30A0CFC98966}"/>
              </a:ext>
            </a:extLst>
          </p:cNvPr>
          <p:cNvSpPr>
            <a:spLocks noGrp="1"/>
          </p:cNvSpPr>
          <p:nvPr>
            <p:ph type="sldNum" sz="quarter" idx="12"/>
          </p:nvPr>
        </p:nvSpPr>
        <p:spPr>
          <a:xfrm>
            <a:off x="9113838" y="6274011"/>
            <a:ext cx="2743200" cy="360000"/>
          </a:xfrm>
        </p:spPr>
        <p:txBody>
          <a:bodyPr/>
          <a:lstStyle>
            <a:lvl1pPr>
              <a:defRPr>
                <a:solidFill>
                  <a:schemeClr val="accent1"/>
                </a:solidFill>
              </a:defRPr>
            </a:lvl1pPr>
          </a:lstStyle>
          <a:p>
            <a:fld id="{D12734D3-D73F-6A4D-B2B5-DCD15EBB8EEC}" type="slidenum">
              <a:rPr lang="en-GB" smtClean="0">
                <a:solidFill>
                  <a:schemeClr val="bg1"/>
                </a:solidFill>
              </a:rPr>
              <a:pPr/>
              <a:t>5</a:t>
            </a:fld>
            <a:endParaRPr lang="en-GB">
              <a:solidFill>
                <a:schemeClr val="bg1"/>
              </a:solidFill>
            </a:endParaRPr>
          </a:p>
        </p:txBody>
      </p:sp>
    </p:spTree>
    <p:extLst>
      <p:ext uri="{BB962C8B-B14F-4D97-AF65-F5344CB8AC3E}">
        <p14:creationId xmlns:p14="http://schemas.microsoft.com/office/powerpoint/2010/main" val="142432042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A2F999-FE6B-2C60-5D81-38C0D927A87B}"/>
              </a:ext>
            </a:extLst>
          </p:cNvPr>
          <p:cNvSpPr/>
          <p:nvPr/>
        </p:nvSpPr>
        <p:spPr>
          <a:xfrm>
            <a:off x="0" y="0"/>
            <a:ext cx="12192000" cy="6858000"/>
          </a:xfrm>
          <a:prstGeom prst="rect">
            <a:avLst/>
          </a:prstGeom>
          <a:solidFill>
            <a:schemeClr val="tx2"/>
          </a:solidFill>
          <a:ln w="44450" cap="flat">
            <a:noFill/>
            <a:prstDash val="solid"/>
            <a:miter/>
          </a:ln>
        </p:spPr>
        <p:txBody>
          <a:bodyPr rtlCol="0" anchor="ctr"/>
          <a:lstStyle/>
          <a:p>
            <a:pPr algn="l"/>
            <a:endParaRPr lang="en-GB"/>
          </a:p>
        </p:txBody>
      </p:sp>
      <p:sp>
        <p:nvSpPr>
          <p:cNvPr id="9" name="Title 5">
            <a:extLst>
              <a:ext uri="{FF2B5EF4-FFF2-40B4-BE49-F238E27FC236}">
                <a16:creationId xmlns:a16="http://schemas.microsoft.com/office/drawing/2014/main" id="{086AB2F3-45B7-68C5-FB64-65FEBED1A957}"/>
              </a:ext>
            </a:extLst>
          </p:cNvPr>
          <p:cNvSpPr>
            <a:spLocks noGrp="1"/>
          </p:cNvSpPr>
          <p:nvPr>
            <p:ph type="title"/>
          </p:nvPr>
        </p:nvSpPr>
        <p:spPr>
          <a:xfrm>
            <a:off x="360000" y="494927"/>
            <a:ext cx="2781785" cy="457227"/>
          </a:xfrm>
        </p:spPr>
        <p:txBody>
          <a:bodyPr/>
          <a:lstStyle/>
          <a:p>
            <a:r>
              <a:rPr lang="en-US" sz="3200" dirty="0">
                <a:solidFill>
                  <a:schemeClr val="bg1"/>
                </a:solidFill>
                <a:latin typeface="Corporate Traveller" pitchFamily="2" charset="0"/>
              </a:rPr>
              <a:t>Resulting in:</a:t>
            </a:r>
          </a:p>
        </p:txBody>
      </p:sp>
      <p:grpSp>
        <p:nvGrpSpPr>
          <p:cNvPr id="49" name="Group 48">
            <a:extLst>
              <a:ext uri="{FF2B5EF4-FFF2-40B4-BE49-F238E27FC236}">
                <a16:creationId xmlns:a16="http://schemas.microsoft.com/office/drawing/2014/main" id="{58BD1746-2062-2004-FDDC-6CDE75378D32}"/>
              </a:ext>
            </a:extLst>
          </p:cNvPr>
          <p:cNvGrpSpPr/>
          <p:nvPr/>
        </p:nvGrpSpPr>
        <p:grpSpPr>
          <a:xfrm>
            <a:off x="360000" y="3069770"/>
            <a:ext cx="11472000" cy="3091544"/>
            <a:chOff x="1007110" y="3396342"/>
            <a:chExt cx="9981836" cy="2733851"/>
          </a:xfrm>
        </p:grpSpPr>
        <p:sp>
          <p:nvSpPr>
            <p:cNvPr id="43" name="Rounded Rectangle 42">
              <a:extLst>
                <a:ext uri="{FF2B5EF4-FFF2-40B4-BE49-F238E27FC236}">
                  <a16:creationId xmlns:a16="http://schemas.microsoft.com/office/drawing/2014/main" id="{AEFF710C-3F98-0446-7C7B-5DC71AA88B4F}"/>
                </a:ext>
              </a:extLst>
            </p:cNvPr>
            <p:cNvSpPr/>
            <p:nvPr/>
          </p:nvSpPr>
          <p:spPr>
            <a:xfrm>
              <a:off x="1007110" y="3396342"/>
              <a:ext cx="2215062" cy="2733851"/>
            </a:xfrm>
            <a:prstGeom prst="roundRect">
              <a:avLst>
                <a:gd name="adj" fmla="val 12646"/>
              </a:avLst>
            </a:prstGeom>
            <a:noFill/>
            <a:ln w="25400" cap="flat">
              <a:solidFill>
                <a:schemeClr val="bg1"/>
              </a:solidFill>
              <a:prstDash val="solid"/>
              <a:miter/>
            </a:ln>
          </p:spPr>
          <p:txBody>
            <a:bodyPr rtlCol="0" anchor="ctr"/>
            <a:lstStyle/>
            <a:p>
              <a:pPr algn="l"/>
              <a:endParaRPr lang="en-GB"/>
            </a:p>
          </p:txBody>
        </p:sp>
        <p:sp>
          <p:nvSpPr>
            <p:cNvPr id="44" name="Rounded Rectangle 43">
              <a:extLst>
                <a:ext uri="{FF2B5EF4-FFF2-40B4-BE49-F238E27FC236}">
                  <a16:creationId xmlns:a16="http://schemas.microsoft.com/office/drawing/2014/main" id="{61D8CC8B-D01C-F5EE-626E-C2EC3E327BE2}"/>
                </a:ext>
              </a:extLst>
            </p:cNvPr>
            <p:cNvSpPr/>
            <p:nvPr/>
          </p:nvSpPr>
          <p:spPr>
            <a:xfrm>
              <a:off x="3597909" y="3396342"/>
              <a:ext cx="2215062" cy="2733851"/>
            </a:xfrm>
            <a:prstGeom prst="roundRect">
              <a:avLst>
                <a:gd name="adj" fmla="val 12155"/>
              </a:avLst>
            </a:prstGeom>
            <a:noFill/>
            <a:ln w="25400" cap="flat">
              <a:solidFill>
                <a:schemeClr val="bg1"/>
              </a:solidFill>
              <a:prstDash val="solid"/>
              <a:miter/>
            </a:ln>
          </p:spPr>
          <p:txBody>
            <a:bodyPr rtlCol="0" anchor="ctr"/>
            <a:lstStyle/>
            <a:p>
              <a:pPr algn="l"/>
              <a:endParaRPr lang="en-GB"/>
            </a:p>
          </p:txBody>
        </p:sp>
        <p:sp>
          <p:nvSpPr>
            <p:cNvPr id="45" name="Rounded Rectangle 44">
              <a:extLst>
                <a:ext uri="{FF2B5EF4-FFF2-40B4-BE49-F238E27FC236}">
                  <a16:creationId xmlns:a16="http://schemas.microsoft.com/office/drawing/2014/main" id="{F8617816-EFA3-81EF-2DCA-AACB64BEBB01}"/>
                </a:ext>
              </a:extLst>
            </p:cNvPr>
            <p:cNvSpPr/>
            <p:nvPr/>
          </p:nvSpPr>
          <p:spPr>
            <a:xfrm>
              <a:off x="6183087" y="3396342"/>
              <a:ext cx="2215062" cy="2733851"/>
            </a:xfrm>
            <a:prstGeom prst="roundRect">
              <a:avLst>
                <a:gd name="adj" fmla="val 11172"/>
              </a:avLst>
            </a:prstGeom>
            <a:noFill/>
            <a:ln w="25400" cap="flat">
              <a:solidFill>
                <a:schemeClr val="bg1"/>
              </a:solidFill>
              <a:prstDash val="solid"/>
              <a:miter/>
            </a:ln>
          </p:spPr>
          <p:txBody>
            <a:bodyPr rtlCol="0" anchor="ctr"/>
            <a:lstStyle/>
            <a:p>
              <a:pPr algn="l"/>
              <a:endParaRPr lang="en-GB"/>
            </a:p>
          </p:txBody>
        </p:sp>
        <p:sp>
          <p:nvSpPr>
            <p:cNvPr id="46" name="Rounded Rectangle 45">
              <a:extLst>
                <a:ext uri="{FF2B5EF4-FFF2-40B4-BE49-F238E27FC236}">
                  <a16:creationId xmlns:a16="http://schemas.microsoft.com/office/drawing/2014/main" id="{27F35D1F-C043-DBB9-BABB-DCA37D2912C3}"/>
                </a:ext>
              </a:extLst>
            </p:cNvPr>
            <p:cNvSpPr/>
            <p:nvPr/>
          </p:nvSpPr>
          <p:spPr>
            <a:xfrm>
              <a:off x="8773884" y="3396342"/>
              <a:ext cx="2215062" cy="2733851"/>
            </a:xfrm>
            <a:prstGeom prst="roundRect">
              <a:avLst>
                <a:gd name="adj" fmla="val 11899"/>
              </a:avLst>
            </a:prstGeom>
            <a:noFill/>
            <a:ln w="25400" cap="flat">
              <a:solidFill>
                <a:schemeClr val="bg1"/>
              </a:solidFill>
              <a:prstDash val="solid"/>
              <a:miter/>
            </a:ln>
          </p:spPr>
          <p:txBody>
            <a:bodyPr rtlCol="0" anchor="ctr"/>
            <a:lstStyle/>
            <a:p>
              <a:pPr algn="l"/>
              <a:endParaRPr lang="en-GB"/>
            </a:p>
          </p:txBody>
        </p:sp>
      </p:grpSp>
      <p:sp>
        <p:nvSpPr>
          <p:cNvPr id="48" name="TextBox 47">
            <a:extLst>
              <a:ext uri="{FF2B5EF4-FFF2-40B4-BE49-F238E27FC236}">
                <a16:creationId xmlns:a16="http://schemas.microsoft.com/office/drawing/2014/main" id="{9752F27B-1AF5-C108-72EA-042EAEA88D67}"/>
              </a:ext>
            </a:extLst>
          </p:cNvPr>
          <p:cNvSpPr txBox="1"/>
          <p:nvPr/>
        </p:nvSpPr>
        <p:spPr>
          <a:xfrm>
            <a:off x="555894" y="3270675"/>
            <a:ext cx="2045791" cy="1831271"/>
          </a:xfrm>
          <a:prstGeom prst="rect">
            <a:avLst/>
          </a:prstGeom>
          <a:noFill/>
        </p:spPr>
        <p:txBody>
          <a:bodyPr wrap="square">
            <a:spAutoFit/>
          </a:bodyPr>
          <a:lstStyle/>
          <a:p>
            <a:pPr marL="0" indent="0">
              <a:spcAft>
                <a:spcPts val="600"/>
              </a:spcAft>
              <a:buNone/>
            </a:pPr>
            <a:r>
              <a:rPr lang="en-GB" sz="1400" b="1" dirty="0">
                <a:solidFill>
                  <a:schemeClr val="bg1"/>
                </a:solidFill>
                <a:latin typeface="Corporate Traveller" pitchFamily="2" charset="0"/>
              </a:rPr>
              <a:t>A Travel experience </a:t>
            </a:r>
            <a:br>
              <a:rPr lang="en-GB" sz="1400" b="1" dirty="0">
                <a:solidFill>
                  <a:schemeClr val="bg1"/>
                </a:solidFill>
                <a:latin typeface="Corporate Traveller" pitchFamily="2" charset="0"/>
              </a:rPr>
            </a:br>
            <a:r>
              <a:rPr lang="en-GB" sz="1400" b="1" dirty="0">
                <a:solidFill>
                  <a:schemeClr val="bg1"/>
                </a:solidFill>
                <a:latin typeface="Corporate Traveller" pitchFamily="2" charset="0"/>
              </a:rPr>
              <a:t>people will love</a:t>
            </a:r>
            <a:endParaRPr lang="en-GB" sz="1400" dirty="0">
              <a:solidFill>
                <a:schemeClr val="bg1"/>
              </a:solidFill>
              <a:latin typeface="Corporate Traveller" pitchFamily="2" charset="0"/>
            </a:endParaRPr>
          </a:p>
          <a:p>
            <a:pPr marL="162000" indent="-162000">
              <a:spcAft>
                <a:spcPts val="600"/>
              </a:spcAft>
              <a:buAutoNum type="arabicPeriod"/>
            </a:pPr>
            <a:r>
              <a:rPr lang="en-GB" sz="1200" dirty="0">
                <a:solidFill>
                  <a:schemeClr val="bg1"/>
                </a:solidFill>
                <a:latin typeface="Corporate Traveller" pitchFamily="2" charset="0"/>
              </a:rPr>
              <a:t>CSAT</a:t>
            </a:r>
          </a:p>
          <a:p>
            <a:pPr marL="162000" indent="-162000">
              <a:spcAft>
                <a:spcPts val="600"/>
              </a:spcAft>
              <a:buAutoNum type="arabicPeriod"/>
            </a:pPr>
            <a:r>
              <a:rPr lang="en-GB" sz="1200" dirty="0" err="1">
                <a:solidFill>
                  <a:schemeClr val="bg1"/>
                </a:solidFill>
                <a:latin typeface="Corporate Traveller" pitchFamily="2" charset="0"/>
              </a:rPr>
              <a:t>Avg</a:t>
            </a:r>
            <a:r>
              <a:rPr lang="en-GB" sz="1200" dirty="0">
                <a:solidFill>
                  <a:schemeClr val="bg1"/>
                </a:solidFill>
                <a:latin typeface="Corporate Traveller" pitchFamily="2" charset="0"/>
              </a:rPr>
              <a:t> online adoption</a:t>
            </a:r>
          </a:p>
          <a:p>
            <a:pPr marL="162000" indent="-162000">
              <a:spcAft>
                <a:spcPts val="600"/>
              </a:spcAft>
              <a:buAutoNum type="arabicPeriod"/>
            </a:pPr>
            <a:r>
              <a:rPr lang="en-GB" sz="1200" dirty="0">
                <a:solidFill>
                  <a:schemeClr val="bg1"/>
                </a:solidFill>
                <a:latin typeface="Corporate Traveller" pitchFamily="2" charset="0"/>
              </a:rPr>
              <a:t>NPS</a:t>
            </a:r>
          </a:p>
          <a:p>
            <a:pPr marL="162000" indent="-162000">
              <a:spcAft>
                <a:spcPts val="600"/>
              </a:spcAft>
              <a:buAutoNum type="arabicPeriod"/>
            </a:pPr>
            <a:r>
              <a:rPr lang="en-GB" sz="1200" dirty="0">
                <a:solidFill>
                  <a:schemeClr val="bg1"/>
                </a:solidFill>
                <a:latin typeface="Corporate Traveller" pitchFamily="2" charset="0"/>
              </a:rPr>
              <a:t>Retention rate</a:t>
            </a:r>
          </a:p>
          <a:p>
            <a:pPr marL="162000" indent="-162000">
              <a:spcAft>
                <a:spcPts val="600"/>
              </a:spcAft>
              <a:buAutoNum type="arabicPeriod"/>
            </a:pPr>
            <a:r>
              <a:rPr lang="en-GB" sz="1200" dirty="0">
                <a:solidFill>
                  <a:schemeClr val="bg1"/>
                </a:solidFill>
                <a:latin typeface="Corporate Traveller" pitchFamily="2" charset="0"/>
              </a:rPr>
              <a:t>G2 rated</a:t>
            </a:r>
          </a:p>
        </p:txBody>
      </p:sp>
      <p:sp>
        <p:nvSpPr>
          <p:cNvPr id="50" name="TextBox 49">
            <a:extLst>
              <a:ext uri="{FF2B5EF4-FFF2-40B4-BE49-F238E27FC236}">
                <a16:creationId xmlns:a16="http://schemas.microsoft.com/office/drawing/2014/main" id="{D99B4DBA-F610-1648-6F5D-0316ABEB91B4}"/>
              </a:ext>
            </a:extLst>
          </p:cNvPr>
          <p:cNvSpPr txBox="1"/>
          <p:nvPr/>
        </p:nvSpPr>
        <p:spPr>
          <a:xfrm>
            <a:off x="3544004" y="3270675"/>
            <a:ext cx="2332853" cy="2277547"/>
          </a:xfrm>
          <a:prstGeom prst="rect">
            <a:avLst/>
          </a:prstGeom>
          <a:noFill/>
        </p:spPr>
        <p:txBody>
          <a:bodyPr wrap="square">
            <a:spAutoFit/>
          </a:bodyPr>
          <a:lstStyle/>
          <a:p>
            <a:pPr marL="0" indent="0">
              <a:spcAft>
                <a:spcPts val="600"/>
              </a:spcAft>
              <a:buNone/>
            </a:pPr>
            <a:r>
              <a:rPr lang="en-GB" sz="1400" b="1" dirty="0">
                <a:solidFill>
                  <a:schemeClr val="bg1"/>
                </a:solidFill>
                <a:latin typeface="Corporate Traveller" pitchFamily="2" charset="0"/>
              </a:rPr>
              <a:t>Save time and money</a:t>
            </a:r>
          </a:p>
          <a:p>
            <a:pPr marL="162000" indent="-162000">
              <a:spcAft>
                <a:spcPts val="600"/>
              </a:spcAft>
              <a:buFont typeface="+mj-lt"/>
              <a:buAutoNum type="arabicPeriod"/>
            </a:pPr>
            <a:r>
              <a:rPr lang="en-GB" sz="1200" dirty="0">
                <a:solidFill>
                  <a:schemeClr val="bg1"/>
                </a:solidFill>
                <a:latin typeface="Corporate Traveller" pitchFamily="2" charset="0"/>
              </a:rPr>
              <a:t>Age booking </a:t>
            </a:r>
            <a:br>
              <a:rPr lang="en-GB" sz="1200" dirty="0">
                <a:solidFill>
                  <a:schemeClr val="bg1"/>
                </a:solidFill>
                <a:latin typeface="Corporate Traveller" pitchFamily="2" charset="0"/>
              </a:rPr>
            </a:br>
            <a:r>
              <a:rPr lang="en-GB" sz="1200" dirty="0">
                <a:solidFill>
                  <a:schemeClr val="bg1"/>
                </a:solidFill>
                <a:latin typeface="Corporate Traveller" pitchFamily="2" charset="0"/>
              </a:rPr>
              <a:t>time – 3mins</a:t>
            </a:r>
          </a:p>
          <a:p>
            <a:pPr marL="162000" indent="-162000">
              <a:spcAft>
                <a:spcPts val="600"/>
              </a:spcAft>
              <a:buFont typeface="+mj-lt"/>
              <a:buAutoNum type="arabicPeriod"/>
            </a:pPr>
            <a:r>
              <a:rPr lang="en-GB" sz="1200" dirty="0">
                <a:solidFill>
                  <a:schemeClr val="bg1"/>
                </a:solidFill>
                <a:latin typeface="Corporate Traveller" pitchFamily="2" charset="0"/>
              </a:rPr>
              <a:t>Payment and expense integration removing friction – </a:t>
            </a:r>
            <a:r>
              <a:rPr lang="en-GB" sz="1200" dirty="0" err="1">
                <a:solidFill>
                  <a:schemeClr val="bg1"/>
                </a:solidFill>
                <a:latin typeface="Corporate Traveller" pitchFamily="2" charset="0"/>
              </a:rPr>
              <a:t>avg</a:t>
            </a:r>
            <a:r>
              <a:rPr lang="en-GB" sz="1200" dirty="0">
                <a:solidFill>
                  <a:schemeClr val="bg1"/>
                </a:solidFill>
                <a:latin typeface="Corporate Traveller" pitchFamily="2" charset="0"/>
              </a:rPr>
              <a:t> savings 8%</a:t>
            </a:r>
          </a:p>
          <a:p>
            <a:pPr marL="162000" indent="-162000">
              <a:spcAft>
                <a:spcPts val="600"/>
              </a:spcAft>
              <a:buFont typeface="+mj-lt"/>
              <a:buAutoNum type="arabicPeriod"/>
            </a:pPr>
            <a:r>
              <a:rPr lang="en-GB" sz="1200" dirty="0">
                <a:solidFill>
                  <a:schemeClr val="bg1"/>
                </a:solidFill>
                <a:latin typeface="Corporate Traveller" pitchFamily="2" charset="0"/>
              </a:rPr>
              <a:t>12% increased </a:t>
            </a:r>
            <a:br>
              <a:rPr lang="en-GB" sz="1200" dirty="0">
                <a:solidFill>
                  <a:schemeClr val="bg1"/>
                </a:solidFill>
                <a:latin typeface="Corporate Traveller" pitchFamily="2" charset="0"/>
              </a:rPr>
            </a:br>
            <a:r>
              <a:rPr lang="en-GB" sz="1200" dirty="0">
                <a:solidFill>
                  <a:schemeClr val="bg1"/>
                </a:solidFill>
                <a:latin typeface="Corporate Traveller" pitchFamily="2" charset="0"/>
              </a:rPr>
              <a:t>online adoption</a:t>
            </a:r>
          </a:p>
          <a:p>
            <a:pPr marL="162000" indent="-162000">
              <a:spcAft>
                <a:spcPts val="600"/>
              </a:spcAft>
              <a:buFont typeface="+mj-lt"/>
              <a:buAutoNum type="arabicPeriod"/>
            </a:pPr>
            <a:r>
              <a:rPr lang="en-GB" sz="1200" dirty="0">
                <a:solidFill>
                  <a:schemeClr val="bg1"/>
                </a:solidFill>
                <a:latin typeface="Corporate Traveller" pitchFamily="2" charset="0"/>
              </a:rPr>
              <a:t>Age X%</a:t>
            </a:r>
            <a:br>
              <a:rPr lang="en-GB" sz="1200" dirty="0">
                <a:solidFill>
                  <a:schemeClr val="bg1"/>
                </a:solidFill>
                <a:latin typeface="Corporate Traveller" pitchFamily="2" charset="0"/>
              </a:rPr>
            </a:br>
            <a:r>
              <a:rPr lang="en-GB" sz="1200" dirty="0">
                <a:solidFill>
                  <a:schemeClr val="bg1"/>
                </a:solidFill>
                <a:latin typeface="Corporate Traveller" pitchFamily="2" charset="0"/>
              </a:rPr>
              <a:t>Reduced leakage</a:t>
            </a:r>
          </a:p>
        </p:txBody>
      </p:sp>
      <p:sp>
        <p:nvSpPr>
          <p:cNvPr id="51" name="TextBox 50">
            <a:extLst>
              <a:ext uri="{FF2B5EF4-FFF2-40B4-BE49-F238E27FC236}">
                <a16:creationId xmlns:a16="http://schemas.microsoft.com/office/drawing/2014/main" id="{B75CD651-1158-33B0-924E-EAB385C9671E}"/>
              </a:ext>
            </a:extLst>
          </p:cNvPr>
          <p:cNvSpPr txBox="1"/>
          <p:nvPr/>
        </p:nvSpPr>
        <p:spPr>
          <a:xfrm>
            <a:off x="6490954" y="3270675"/>
            <a:ext cx="2332853" cy="2754600"/>
          </a:xfrm>
          <a:prstGeom prst="rect">
            <a:avLst/>
          </a:prstGeom>
          <a:noFill/>
        </p:spPr>
        <p:txBody>
          <a:bodyPr wrap="square">
            <a:spAutoFit/>
          </a:bodyPr>
          <a:lstStyle/>
          <a:p>
            <a:pPr marL="0" indent="0">
              <a:spcAft>
                <a:spcPts val="600"/>
              </a:spcAft>
              <a:buNone/>
            </a:pPr>
            <a:r>
              <a:rPr lang="en-GB" sz="1400" b="1" dirty="0">
                <a:solidFill>
                  <a:schemeClr val="bg1"/>
                </a:solidFill>
                <a:latin typeface="Corporate Traveller" pitchFamily="2" charset="0"/>
              </a:rPr>
              <a:t>Visibility and control </a:t>
            </a:r>
            <a:br>
              <a:rPr lang="en-GB" sz="1400" b="1" dirty="0">
                <a:solidFill>
                  <a:schemeClr val="bg1"/>
                </a:solidFill>
                <a:latin typeface="Corporate Traveller" pitchFamily="2" charset="0"/>
              </a:rPr>
            </a:br>
            <a:r>
              <a:rPr lang="en-GB" sz="1400" b="1" dirty="0">
                <a:solidFill>
                  <a:schemeClr val="bg1"/>
                </a:solidFill>
                <a:latin typeface="Corporate Traveller" pitchFamily="2" charset="0"/>
              </a:rPr>
              <a:t>of your travel data</a:t>
            </a:r>
          </a:p>
          <a:p>
            <a:pPr marL="162000" indent="-162000">
              <a:spcAft>
                <a:spcPts val="600"/>
              </a:spcAft>
              <a:buFont typeface="+mj-lt"/>
              <a:buAutoNum type="arabicPeriod"/>
            </a:pPr>
            <a:r>
              <a:rPr lang="en-GB" sz="1200" dirty="0">
                <a:solidFill>
                  <a:schemeClr val="bg1"/>
                </a:solidFill>
                <a:latin typeface="Corporate Traveller" pitchFamily="2" charset="0"/>
              </a:rPr>
              <a:t>22% of all transactions</a:t>
            </a:r>
            <a:br>
              <a:rPr lang="en-GB" sz="1200" dirty="0">
                <a:solidFill>
                  <a:schemeClr val="bg1"/>
                </a:solidFill>
                <a:latin typeface="Corporate Traveller" pitchFamily="2" charset="0"/>
              </a:rPr>
            </a:br>
            <a:r>
              <a:rPr lang="en-GB" sz="1200" dirty="0">
                <a:solidFill>
                  <a:schemeClr val="bg1"/>
                </a:solidFill>
                <a:latin typeface="Corporate Traveller" pitchFamily="2" charset="0"/>
              </a:rPr>
              <a:t>that get disrupted</a:t>
            </a:r>
            <a:br>
              <a:rPr lang="en-GB" sz="1200" dirty="0">
                <a:solidFill>
                  <a:schemeClr val="bg1"/>
                </a:solidFill>
                <a:latin typeface="Corporate Traveller" pitchFamily="2" charset="0"/>
              </a:rPr>
            </a:br>
            <a:r>
              <a:rPr lang="en-GB" sz="1200" dirty="0">
                <a:solidFill>
                  <a:schemeClr val="bg1"/>
                </a:solidFill>
                <a:latin typeface="Corporate Traveller" pitchFamily="2" charset="0"/>
              </a:rPr>
              <a:t>handled seamlessly</a:t>
            </a:r>
          </a:p>
          <a:p>
            <a:pPr marL="162000" indent="-162000">
              <a:spcAft>
                <a:spcPts val="600"/>
              </a:spcAft>
              <a:buFont typeface="+mj-lt"/>
              <a:buAutoNum type="arabicPeriod"/>
            </a:pPr>
            <a:r>
              <a:rPr lang="en-GB" sz="1200" dirty="0">
                <a:solidFill>
                  <a:schemeClr val="bg1"/>
                </a:solidFill>
                <a:latin typeface="Corporate Traveller" pitchFamily="2" charset="0"/>
              </a:rPr>
              <a:t>12% </a:t>
            </a:r>
            <a:r>
              <a:rPr lang="en-GB" sz="1200" dirty="0" err="1">
                <a:solidFill>
                  <a:schemeClr val="bg1"/>
                </a:solidFill>
                <a:latin typeface="Corporate Traveller" pitchFamily="2" charset="0"/>
              </a:rPr>
              <a:t>ave</a:t>
            </a:r>
            <a:r>
              <a:rPr lang="en-GB" sz="1200" dirty="0">
                <a:solidFill>
                  <a:schemeClr val="bg1"/>
                </a:solidFill>
                <a:latin typeface="Corporate Traveller" pitchFamily="2" charset="0"/>
              </a:rPr>
              <a:t> saving </a:t>
            </a:r>
            <a:br>
              <a:rPr lang="en-GB" sz="1200" dirty="0">
                <a:solidFill>
                  <a:schemeClr val="bg1"/>
                </a:solidFill>
                <a:latin typeface="Corporate Traveller" pitchFamily="2" charset="0"/>
              </a:rPr>
            </a:br>
            <a:r>
              <a:rPr lang="en-GB" sz="1200" dirty="0">
                <a:solidFill>
                  <a:schemeClr val="bg1"/>
                </a:solidFill>
                <a:latin typeface="Corporate Traveller" pitchFamily="2" charset="0"/>
              </a:rPr>
              <a:t>across programme</a:t>
            </a:r>
          </a:p>
          <a:p>
            <a:pPr marL="162000" indent="-162000">
              <a:spcAft>
                <a:spcPts val="600"/>
              </a:spcAft>
              <a:buFont typeface="+mj-lt"/>
              <a:buAutoNum type="arabicPeriod"/>
            </a:pPr>
            <a:r>
              <a:rPr lang="en-GB" sz="1200" dirty="0">
                <a:solidFill>
                  <a:schemeClr val="bg1"/>
                </a:solidFill>
                <a:latin typeface="Corporate Traveller" pitchFamily="2" charset="0"/>
              </a:rPr>
              <a:t>96.6% SLA</a:t>
            </a:r>
          </a:p>
          <a:p>
            <a:pPr marL="162000" indent="-162000">
              <a:spcAft>
                <a:spcPts val="600"/>
              </a:spcAft>
              <a:buFont typeface="+mj-lt"/>
              <a:buAutoNum type="arabicPeriod"/>
            </a:pPr>
            <a:r>
              <a:rPr lang="en-GB" sz="1200" dirty="0">
                <a:solidFill>
                  <a:schemeClr val="bg1"/>
                </a:solidFill>
                <a:latin typeface="Corporate Traveller" pitchFamily="2" charset="0"/>
              </a:rPr>
              <a:t>100% of duty of </a:t>
            </a:r>
            <a:br>
              <a:rPr lang="en-GB" sz="1200" dirty="0">
                <a:solidFill>
                  <a:schemeClr val="bg1"/>
                </a:solidFill>
                <a:latin typeface="Corporate Traveller" pitchFamily="2" charset="0"/>
              </a:rPr>
            </a:br>
            <a:r>
              <a:rPr lang="en-GB" sz="1200" dirty="0">
                <a:solidFill>
                  <a:schemeClr val="bg1"/>
                </a:solidFill>
                <a:latin typeface="Corporate Traveller" pitchFamily="2" charset="0"/>
              </a:rPr>
              <a:t>care visibility</a:t>
            </a:r>
          </a:p>
          <a:p>
            <a:pPr marL="162000" indent="-162000">
              <a:spcAft>
                <a:spcPts val="600"/>
              </a:spcAft>
              <a:buFont typeface="+mj-lt"/>
              <a:buAutoNum type="arabicPeriod"/>
            </a:pPr>
            <a:r>
              <a:rPr lang="en-GB" sz="1200" dirty="0">
                <a:solidFill>
                  <a:schemeClr val="bg1"/>
                </a:solidFill>
                <a:latin typeface="Corporate Traveller" pitchFamily="2" charset="0"/>
              </a:rPr>
              <a:t>99% expense </a:t>
            </a:r>
            <a:br>
              <a:rPr lang="en-GB" sz="1200" dirty="0">
                <a:solidFill>
                  <a:schemeClr val="bg1"/>
                </a:solidFill>
                <a:latin typeface="Corporate Traveller" pitchFamily="2" charset="0"/>
              </a:rPr>
            </a:br>
            <a:r>
              <a:rPr lang="en-GB" sz="1200" dirty="0">
                <a:solidFill>
                  <a:schemeClr val="bg1"/>
                </a:solidFill>
                <a:latin typeface="Corporate Traveller" pitchFamily="2" charset="0"/>
              </a:rPr>
              <a:t>admin removed</a:t>
            </a:r>
          </a:p>
        </p:txBody>
      </p:sp>
      <p:sp>
        <p:nvSpPr>
          <p:cNvPr id="52" name="TextBox 51">
            <a:extLst>
              <a:ext uri="{FF2B5EF4-FFF2-40B4-BE49-F238E27FC236}">
                <a16:creationId xmlns:a16="http://schemas.microsoft.com/office/drawing/2014/main" id="{80E0C32E-67A7-F17C-5CA4-0CB98D2CA2B4}"/>
              </a:ext>
            </a:extLst>
          </p:cNvPr>
          <p:cNvSpPr txBox="1"/>
          <p:nvPr/>
        </p:nvSpPr>
        <p:spPr>
          <a:xfrm>
            <a:off x="9446755" y="3270675"/>
            <a:ext cx="2332853" cy="2425279"/>
          </a:xfrm>
          <a:prstGeom prst="rect">
            <a:avLst/>
          </a:prstGeom>
          <a:noFill/>
        </p:spPr>
        <p:txBody>
          <a:bodyPr wrap="square">
            <a:spAutoFit/>
          </a:bodyPr>
          <a:lstStyle/>
          <a:p>
            <a:pPr marL="0" indent="0">
              <a:spcAft>
                <a:spcPts val="600"/>
              </a:spcAft>
              <a:buFont typeface="Arial" panose="020B0604020202020204" pitchFamily="34" charset="0"/>
              <a:buNone/>
            </a:pPr>
            <a:r>
              <a:rPr lang="en-GB" sz="1400" b="1" dirty="0">
                <a:solidFill>
                  <a:schemeClr val="bg1"/>
                </a:solidFill>
                <a:latin typeface="Corporate Traveller" pitchFamily="2" charset="0"/>
              </a:rPr>
              <a:t>Access to the cheapest fares, prioritising company value and traveller loyalty</a:t>
            </a:r>
            <a:endParaRPr lang="en-GB" sz="1400" dirty="0">
              <a:solidFill>
                <a:schemeClr val="bg1"/>
              </a:solidFill>
              <a:latin typeface="Corporate Traveller" pitchFamily="2" charset="0"/>
            </a:endParaRPr>
          </a:p>
          <a:p>
            <a:pPr marL="162000" marR="0" lvl="0" indent="-162000" algn="l" defTabSz="914400" rtl="0" eaLnBrk="1" fontAlgn="auto" latinLnBrk="0" hangingPunct="1">
              <a:lnSpc>
                <a:spcPct val="90000"/>
              </a:lnSpc>
              <a:spcBef>
                <a:spcPts val="0"/>
              </a:spcBef>
              <a:spcAft>
                <a:spcPts val="600"/>
              </a:spcAft>
              <a:buClr>
                <a:schemeClr val="bg1"/>
              </a:buClr>
              <a:buSzTx/>
              <a:buFont typeface="Arial" panose="020B0604020202020204" pitchFamily="34" charset="0"/>
              <a:buAutoNum type="arabicPeriod"/>
              <a:tabLst/>
              <a:defRPr/>
            </a:pPr>
            <a:r>
              <a:rPr lang="en-GB" sz="1200" kern="1200" dirty="0">
                <a:solidFill>
                  <a:schemeClr val="bg1"/>
                </a:solidFill>
                <a:latin typeface="Corporate Traveller" pitchFamily="2" charset="0"/>
              </a:rPr>
              <a:t>22% savings in exclusive hotel programme rates</a:t>
            </a:r>
          </a:p>
          <a:p>
            <a:pPr marL="162000" marR="0" lvl="0" indent="-162000" algn="l" defTabSz="914400" rtl="0" eaLnBrk="1" fontAlgn="auto" latinLnBrk="0" hangingPunct="1">
              <a:lnSpc>
                <a:spcPct val="90000"/>
              </a:lnSpc>
              <a:spcBef>
                <a:spcPts val="0"/>
              </a:spcBef>
              <a:spcAft>
                <a:spcPts val="600"/>
              </a:spcAft>
              <a:buClr>
                <a:schemeClr val="bg1"/>
              </a:buClr>
              <a:buSzTx/>
              <a:buFont typeface="Arial" panose="020B0604020202020204" pitchFamily="34" charset="0"/>
              <a:buAutoNum type="arabicPeriod"/>
              <a:tabLst/>
              <a:defRPr/>
            </a:pPr>
            <a:r>
              <a:rPr lang="en-GB" sz="1200" kern="1200" dirty="0">
                <a:solidFill>
                  <a:schemeClr val="bg1"/>
                </a:solidFill>
                <a:latin typeface="Corporate Traveller" pitchFamily="2" charset="0"/>
              </a:rPr>
              <a:t>$64 </a:t>
            </a:r>
            <a:r>
              <a:rPr lang="en-GB" sz="1200" kern="1200" dirty="0" err="1">
                <a:solidFill>
                  <a:schemeClr val="bg1"/>
                </a:solidFill>
                <a:latin typeface="Corporate Traveller" pitchFamily="2" charset="0"/>
              </a:rPr>
              <a:t>avg</a:t>
            </a:r>
            <a:r>
              <a:rPr lang="en-GB" sz="1200" kern="1200" dirty="0">
                <a:solidFill>
                  <a:schemeClr val="bg1"/>
                </a:solidFill>
                <a:latin typeface="Corporate Traveller" pitchFamily="2" charset="0"/>
              </a:rPr>
              <a:t> saving through </a:t>
            </a:r>
            <a:r>
              <a:rPr lang="en-GB" sz="1200" kern="1200" dirty="0" err="1">
                <a:solidFill>
                  <a:schemeClr val="bg1"/>
                </a:solidFill>
                <a:latin typeface="Corporate Traveller" pitchFamily="2" charset="0"/>
              </a:rPr>
              <a:t>reshopping</a:t>
            </a:r>
            <a:endParaRPr lang="en-GB" sz="1200" kern="1200" dirty="0">
              <a:solidFill>
                <a:schemeClr val="bg1"/>
              </a:solidFill>
              <a:latin typeface="Corporate Traveller" pitchFamily="2" charset="0"/>
            </a:endParaRPr>
          </a:p>
          <a:p>
            <a:pPr marL="162000" marR="0" lvl="0" indent="-162000" algn="l" defTabSz="914400" rtl="0" eaLnBrk="1" fontAlgn="auto" latinLnBrk="0" hangingPunct="1">
              <a:lnSpc>
                <a:spcPct val="90000"/>
              </a:lnSpc>
              <a:spcBef>
                <a:spcPts val="0"/>
              </a:spcBef>
              <a:spcAft>
                <a:spcPts val="600"/>
              </a:spcAft>
              <a:buClr>
                <a:schemeClr val="bg1"/>
              </a:buClr>
              <a:buSzTx/>
              <a:buFont typeface="Arial" panose="020B0604020202020204" pitchFamily="34" charset="0"/>
              <a:buAutoNum type="arabicPeriod"/>
              <a:tabLst/>
              <a:defRPr/>
            </a:pPr>
            <a:r>
              <a:rPr lang="en-GB" sz="1200" kern="1200" dirty="0">
                <a:solidFill>
                  <a:schemeClr val="bg1"/>
                </a:solidFill>
                <a:latin typeface="Corporate Traveller" pitchFamily="2" charset="0"/>
              </a:rPr>
              <a:t>30% </a:t>
            </a:r>
            <a:r>
              <a:rPr lang="en-GB" sz="1200" kern="1200" dirty="0" err="1">
                <a:solidFill>
                  <a:schemeClr val="bg1"/>
                </a:solidFill>
                <a:latin typeface="Corporate Traveller" pitchFamily="2" charset="0"/>
              </a:rPr>
              <a:t>avg</a:t>
            </a:r>
            <a:r>
              <a:rPr lang="en-GB" sz="1200" kern="1200" dirty="0">
                <a:solidFill>
                  <a:schemeClr val="bg1"/>
                </a:solidFill>
                <a:latin typeface="Corporate Traveller" pitchFamily="2" charset="0"/>
              </a:rPr>
              <a:t> on </a:t>
            </a:r>
            <a:br>
              <a:rPr lang="en-GB" sz="1200" kern="1200" dirty="0">
                <a:solidFill>
                  <a:schemeClr val="bg1"/>
                </a:solidFill>
                <a:latin typeface="Corporate Traveller" pitchFamily="2" charset="0"/>
              </a:rPr>
            </a:br>
            <a:r>
              <a:rPr lang="en-GB" sz="1200" kern="1200" dirty="0">
                <a:solidFill>
                  <a:schemeClr val="bg1"/>
                </a:solidFill>
                <a:latin typeface="Corporate Traveller" pitchFamily="2" charset="0"/>
              </a:rPr>
              <a:t>group fares</a:t>
            </a:r>
          </a:p>
          <a:p>
            <a:pPr marL="162000" marR="0" lvl="0" indent="-162000" algn="l" defTabSz="914400" rtl="0" eaLnBrk="1" fontAlgn="auto" latinLnBrk="0" hangingPunct="1">
              <a:lnSpc>
                <a:spcPct val="90000"/>
              </a:lnSpc>
              <a:spcBef>
                <a:spcPts val="0"/>
              </a:spcBef>
              <a:spcAft>
                <a:spcPts val="600"/>
              </a:spcAft>
              <a:buClr>
                <a:schemeClr val="bg1"/>
              </a:buClr>
              <a:buSzTx/>
              <a:buFont typeface="Arial" panose="020B0604020202020204" pitchFamily="34" charset="0"/>
              <a:buAutoNum type="arabicPeriod"/>
              <a:tabLst/>
              <a:defRPr/>
            </a:pPr>
            <a:r>
              <a:rPr lang="en-GB" sz="1200" kern="1200" dirty="0">
                <a:solidFill>
                  <a:schemeClr val="bg1"/>
                </a:solidFill>
                <a:latin typeface="Corporate Traveller" pitchFamily="2" charset="0"/>
              </a:rPr>
              <a:t>Stat XXX</a:t>
            </a:r>
          </a:p>
        </p:txBody>
      </p:sp>
      <p:cxnSp>
        <p:nvCxnSpPr>
          <p:cNvPr id="54" name="Straight Connector 53">
            <a:extLst>
              <a:ext uri="{FF2B5EF4-FFF2-40B4-BE49-F238E27FC236}">
                <a16:creationId xmlns:a16="http://schemas.microsoft.com/office/drawing/2014/main" id="{A5780A44-30A2-B8B2-149C-8244E0F079CC}"/>
              </a:ext>
            </a:extLst>
          </p:cNvPr>
          <p:cNvCxnSpPr>
            <a:cxnSpLocks/>
            <a:stCxn id="43" idx="3"/>
          </p:cNvCxnSpPr>
          <p:nvPr/>
        </p:nvCxnSpPr>
        <p:spPr>
          <a:xfrm>
            <a:off x="2905743" y="4615542"/>
            <a:ext cx="431830" cy="0"/>
          </a:xfrm>
          <a:prstGeom prst="line">
            <a:avLst/>
          </a:prstGeom>
          <a:ln w="25400">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B6891EB-5083-AA52-B1B8-21630FD952E4}"/>
              </a:ext>
            </a:extLst>
          </p:cNvPr>
          <p:cNvCxnSpPr>
            <a:cxnSpLocks/>
          </p:cNvCxnSpPr>
          <p:nvPr/>
        </p:nvCxnSpPr>
        <p:spPr>
          <a:xfrm>
            <a:off x="5876856" y="4615542"/>
            <a:ext cx="431830" cy="0"/>
          </a:xfrm>
          <a:prstGeom prst="line">
            <a:avLst/>
          </a:prstGeom>
          <a:ln w="25400">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51A5C60-1F3A-1890-D7EC-89CE446C8434}"/>
              </a:ext>
            </a:extLst>
          </p:cNvPr>
          <p:cNvCxnSpPr>
            <a:cxnSpLocks/>
          </p:cNvCxnSpPr>
          <p:nvPr/>
        </p:nvCxnSpPr>
        <p:spPr>
          <a:xfrm>
            <a:off x="8854427" y="4615542"/>
            <a:ext cx="431830" cy="0"/>
          </a:xfrm>
          <a:prstGeom prst="line">
            <a:avLst/>
          </a:prstGeom>
          <a:ln w="25400">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59" name="object 3">
            <a:extLst>
              <a:ext uri="{FF2B5EF4-FFF2-40B4-BE49-F238E27FC236}">
                <a16:creationId xmlns:a16="http://schemas.microsoft.com/office/drawing/2014/main" id="{F99A74B0-788D-78E0-51E1-03739790734B}"/>
              </a:ext>
            </a:extLst>
          </p:cNvPr>
          <p:cNvPicPr/>
          <p:nvPr/>
        </p:nvPicPr>
        <p:blipFill>
          <a:blip r:embed="rId2" cstate="print"/>
          <a:stretch>
            <a:fillRect/>
          </a:stretch>
        </p:blipFill>
        <p:spPr>
          <a:xfrm>
            <a:off x="10306406" y="348812"/>
            <a:ext cx="1558645" cy="353232"/>
          </a:xfrm>
          <a:prstGeom prst="rect">
            <a:avLst/>
          </a:prstGeom>
        </p:spPr>
      </p:pic>
      <p:sp>
        <p:nvSpPr>
          <p:cNvPr id="60" name="Date Placeholder 3">
            <a:extLst>
              <a:ext uri="{FF2B5EF4-FFF2-40B4-BE49-F238E27FC236}">
                <a16:creationId xmlns:a16="http://schemas.microsoft.com/office/drawing/2014/main" id="{AE62A67F-5C25-246D-10D9-68F5DAF52644}"/>
              </a:ext>
            </a:extLst>
          </p:cNvPr>
          <p:cNvSpPr>
            <a:spLocks noGrp="1"/>
          </p:cNvSpPr>
          <p:nvPr>
            <p:ph type="dt" sz="half" idx="10"/>
          </p:nvPr>
        </p:nvSpPr>
        <p:spPr>
          <a:xfrm>
            <a:off x="360000" y="6274011"/>
            <a:ext cx="768561" cy="360000"/>
          </a:xfrm>
        </p:spPr>
        <p:txBody>
          <a:bodyPr/>
          <a:lstStyle>
            <a:lvl1pPr>
              <a:defRPr>
                <a:solidFill>
                  <a:schemeClr val="accent1"/>
                </a:solidFill>
              </a:defRPr>
            </a:lvl1pPr>
          </a:lstStyle>
          <a:p>
            <a:fld id="{BB1A7367-EB7B-5940-9250-E537993F6F13}" type="datetime4">
              <a:rPr lang="en-GB" smtClean="0">
                <a:solidFill>
                  <a:schemeClr val="bg1"/>
                </a:solidFill>
              </a:rPr>
              <a:pPr/>
              <a:t>09 April 2026</a:t>
            </a:fld>
            <a:endParaRPr lang="en-GB">
              <a:solidFill>
                <a:schemeClr val="bg1"/>
              </a:solidFill>
            </a:endParaRPr>
          </a:p>
        </p:txBody>
      </p:sp>
      <p:sp>
        <p:nvSpPr>
          <p:cNvPr id="61" name="Footer Placeholder 4">
            <a:extLst>
              <a:ext uri="{FF2B5EF4-FFF2-40B4-BE49-F238E27FC236}">
                <a16:creationId xmlns:a16="http://schemas.microsoft.com/office/drawing/2014/main" id="{5578ABA3-2A67-A2A9-260C-C015B42E3EF4}"/>
              </a:ext>
            </a:extLst>
          </p:cNvPr>
          <p:cNvSpPr>
            <a:spLocks noGrp="1"/>
          </p:cNvSpPr>
          <p:nvPr>
            <p:ph type="ftr" sz="quarter" idx="11"/>
          </p:nvPr>
        </p:nvSpPr>
        <p:spPr>
          <a:xfrm>
            <a:off x="1177289" y="6274011"/>
            <a:ext cx="3118485" cy="360000"/>
          </a:xfrm>
        </p:spPr>
        <p:txBody>
          <a:bodyPr/>
          <a:lstStyle>
            <a:lvl1pPr>
              <a:defRPr>
                <a:solidFill>
                  <a:schemeClr val="accent1"/>
                </a:solidFill>
              </a:defRPr>
            </a:lvl1pPr>
          </a:lstStyle>
          <a:p>
            <a:r>
              <a:rPr lang="en-GB">
                <a:solidFill>
                  <a:schemeClr val="bg1"/>
                </a:solidFill>
              </a:rPr>
              <a:t>Confidential</a:t>
            </a:r>
          </a:p>
        </p:txBody>
      </p:sp>
      <p:sp>
        <p:nvSpPr>
          <p:cNvPr id="62" name="Slide Number Placeholder 5">
            <a:extLst>
              <a:ext uri="{FF2B5EF4-FFF2-40B4-BE49-F238E27FC236}">
                <a16:creationId xmlns:a16="http://schemas.microsoft.com/office/drawing/2014/main" id="{C5319F3E-94C4-A0E1-11D7-3A9611C689F7}"/>
              </a:ext>
            </a:extLst>
          </p:cNvPr>
          <p:cNvSpPr>
            <a:spLocks noGrp="1"/>
          </p:cNvSpPr>
          <p:nvPr>
            <p:ph type="sldNum" sz="quarter" idx="12"/>
          </p:nvPr>
        </p:nvSpPr>
        <p:spPr>
          <a:xfrm>
            <a:off x="9113838" y="6274011"/>
            <a:ext cx="2743200" cy="360000"/>
          </a:xfrm>
        </p:spPr>
        <p:txBody>
          <a:bodyPr/>
          <a:lstStyle>
            <a:lvl1pPr>
              <a:defRPr>
                <a:solidFill>
                  <a:schemeClr val="accent1"/>
                </a:solidFill>
              </a:defRPr>
            </a:lvl1pPr>
          </a:lstStyle>
          <a:p>
            <a:fld id="{D12734D3-D73F-6A4D-B2B5-DCD15EBB8EEC}" type="slidenum">
              <a:rPr lang="en-GB" smtClean="0">
                <a:solidFill>
                  <a:schemeClr val="bg1"/>
                </a:solidFill>
              </a:rPr>
              <a:pPr/>
              <a:t>6</a:t>
            </a:fld>
            <a:endParaRPr lang="en-GB">
              <a:solidFill>
                <a:schemeClr val="bg1"/>
              </a:solidFill>
            </a:endParaRPr>
          </a:p>
        </p:txBody>
      </p:sp>
    </p:spTree>
    <p:extLst>
      <p:ext uri="{BB962C8B-B14F-4D97-AF65-F5344CB8AC3E}">
        <p14:creationId xmlns:p14="http://schemas.microsoft.com/office/powerpoint/2010/main" val="590345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E0942DBF-B889-2E45-F41A-DD1DFC4A9FE6}"/>
              </a:ext>
            </a:extLst>
          </p:cNvPr>
          <p:cNvSpPr>
            <a:spLocks noGrp="1"/>
          </p:cNvSpPr>
          <p:nvPr>
            <p:ph type="title"/>
          </p:nvPr>
        </p:nvSpPr>
        <p:spPr>
          <a:xfrm>
            <a:off x="360000" y="494928"/>
            <a:ext cx="11472000" cy="360000"/>
          </a:xfrm>
        </p:spPr>
        <p:txBody>
          <a:bodyPr/>
          <a:lstStyle/>
          <a:p>
            <a:r>
              <a:rPr lang="en-US" sz="3200" dirty="0">
                <a:latin typeface="Corporate Traveller" pitchFamily="2" charset="0"/>
              </a:rPr>
              <a:t>How we stack up</a:t>
            </a:r>
          </a:p>
        </p:txBody>
      </p:sp>
      <p:graphicFrame>
        <p:nvGraphicFramePr>
          <p:cNvPr id="8" name="Table 7">
            <a:extLst>
              <a:ext uri="{FF2B5EF4-FFF2-40B4-BE49-F238E27FC236}">
                <a16:creationId xmlns:a16="http://schemas.microsoft.com/office/drawing/2014/main" id="{1112D0F8-9B96-9CCB-1B33-F98079B66327}"/>
              </a:ext>
            </a:extLst>
          </p:cNvPr>
          <p:cNvGraphicFramePr>
            <a:graphicFrameLocks noGrp="1"/>
          </p:cNvGraphicFramePr>
          <p:nvPr>
            <p:extLst>
              <p:ext uri="{D42A27DB-BD31-4B8C-83A1-F6EECF244321}">
                <p14:modId xmlns:p14="http://schemas.microsoft.com/office/powerpoint/2010/main" val="1559821095"/>
              </p:ext>
            </p:extLst>
          </p:nvPr>
        </p:nvGraphicFramePr>
        <p:xfrm>
          <a:off x="360000" y="2022650"/>
          <a:ext cx="11472000" cy="3900437"/>
        </p:xfrm>
        <a:graphic>
          <a:graphicData uri="http://schemas.openxmlformats.org/drawingml/2006/table">
            <a:tbl>
              <a:tblPr firstRow="1" bandRow="1"/>
              <a:tblGrid>
                <a:gridCol w="3593676">
                  <a:extLst>
                    <a:ext uri="{9D8B030D-6E8A-4147-A177-3AD203B41FA5}">
                      <a16:colId xmlns:a16="http://schemas.microsoft.com/office/drawing/2014/main" val="1351331453"/>
                    </a:ext>
                  </a:extLst>
                </a:gridCol>
                <a:gridCol w="1883742">
                  <a:extLst>
                    <a:ext uri="{9D8B030D-6E8A-4147-A177-3AD203B41FA5}">
                      <a16:colId xmlns:a16="http://schemas.microsoft.com/office/drawing/2014/main" val="2230644336"/>
                    </a:ext>
                  </a:extLst>
                </a:gridCol>
                <a:gridCol w="1804377">
                  <a:extLst>
                    <a:ext uri="{9D8B030D-6E8A-4147-A177-3AD203B41FA5}">
                      <a16:colId xmlns:a16="http://schemas.microsoft.com/office/drawing/2014/main" val="2309249828"/>
                    </a:ext>
                  </a:extLst>
                </a:gridCol>
                <a:gridCol w="1299334">
                  <a:extLst>
                    <a:ext uri="{9D8B030D-6E8A-4147-A177-3AD203B41FA5}">
                      <a16:colId xmlns:a16="http://schemas.microsoft.com/office/drawing/2014/main" val="27299194"/>
                    </a:ext>
                  </a:extLst>
                </a:gridCol>
                <a:gridCol w="1357052">
                  <a:extLst>
                    <a:ext uri="{9D8B030D-6E8A-4147-A177-3AD203B41FA5}">
                      <a16:colId xmlns:a16="http://schemas.microsoft.com/office/drawing/2014/main" val="1723508014"/>
                    </a:ext>
                  </a:extLst>
                </a:gridCol>
                <a:gridCol w="1533819">
                  <a:extLst>
                    <a:ext uri="{9D8B030D-6E8A-4147-A177-3AD203B41FA5}">
                      <a16:colId xmlns:a16="http://schemas.microsoft.com/office/drawing/2014/main" val="2491877888"/>
                    </a:ext>
                  </a:extLst>
                </a:gridCol>
              </a:tblGrid>
              <a:tr h="703014">
                <a:tc>
                  <a:txBody>
                    <a:bodyPr/>
                    <a:lstStyle/>
                    <a:p>
                      <a:pPr algn="ctr">
                        <a:buNone/>
                      </a:pPr>
                      <a:r>
                        <a:rPr lang="en-GB" sz="1400" b="1" dirty="0">
                          <a:solidFill>
                            <a:srgbClr val="FFFFFF"/>
                          </a:solidFill>
                          <a:effectLst/>
                          <a:latin typeface="Corporate Traveller" pitchFamily="2" charset="0"/>
                        </a:rPr>
                        <a:t>What matters to you</a:t>
                      </a:r>
                    </a:p>
                  </a:txBody>
                  <a:tcPr marL="40860" marR="40860" marT="34049" marB="34049" anchor="ctr">
                    <a:lnL>
                      <a:noFill/>
                    </a:lnL>
                    <a:lnR>
                      <a:noFill/>
                    </a:lnR>
                    <a:lnT>
                      <a:noFill/>
                    </a:lnT>
                    <a:lnB>
                      <a:noFill/>
                    </a:lnB>
                    <a:solidFill>
                      <a:schemeClr val="bg1"/>
                    </a:solidFill>
                  </a:tcPr>
                </a:tc>
                <a:tc>
                  <a:txBody>
                    <a:bodyPr/>
                    <a:lstStyle/>
                    <a:p>
                      <a:pPr algn="ctr">
                        <a:buNone/>
                      </a:pPr>
                      <a:r>
                        <a:rPr lang="en-GB" sz="1400" b="1" dirty="0">
                          <a:solidFill>
                            <a:srgbClr val="FFFFFF"/>
                          </a:solidFill>
                          <a:effectLst/>
                          <a:latin typeface="Corporate Traveller" pitchFamily="2" charset="0"/>
                        </a:rPr>
                        <a:t>Navan</a:t>
                      </a:r>
                    </a:p>
                  </a:txBody>
                  <a:tcPr marL="40860" marR="40860" marT="34049" marB="34049" anchor="ctr">
                    <a:lnL>
                      <a:noFill/>
                    </a:lnL>
                    <a:lnR>
                      <a:noFill/>
                    </a:lnR>
                    <a:lnT>
                      <a:noFill/>
                    </a:lnT>
                    <a:lnB>
                      <a:noFill/>
                    </a:lnB>
                    <a:solidFill>
                      <a:schemeClr val="bg1"/>
                    </a:solidFill>
                  </a:tcPr>
                </a:tc>
                <a:tc>
                  <a:txBody>
                    <a:bodyPr/>
                    <a:lstStyle/>
                    <a:p>
                      <a:pPr algn="ctr">
                        <a:buNone/>
                      </a:pPr>
                      <a:r>
                        <a:rPr lang="en-GB" sz="1400" b="1" dirty="0" err="1">
                          <a:solidFill>
                            <a:srgbClr val="FFFFFF"/>
                          </a:solidFill>
                          <a:effectLst/>
                          <a:latin typeface="Corporate Traveller" pitchFamily="2" charset="0"/>
                        </a:rPr>
                        <a:t>TravelPerk</a:t>
                      </a:r>
                      <a:endParaRPr lang="en-GB" sz="1400" b="1" dirty="0">
                        <a:solidFill>
                          <a:srgbClr val="FFFFFF"/>
                        </a:solidFill>
                        <a:effectLst/>
                        <a:latin typeface="Corporate Traveller" pitchFamily="2" charset="0"/>
                      </a:endParaRPr>
                    </a:p>
                  </a:txBody>
                  <a:tcPr marL="40860" marR="40860" marT="34049" marB="34049" anchor="ctr">
                    <a:lnL>
                      <a:noFill/>
                    </a:lnL>
                    <a:lnR>
                      <a:noFill/>
                    </a:lnR>
                    <a:lnT>
                      <a:noFill/>
                    </a:lnT>
                    <a:lnB>
                      <a:noFill/>
                    </a:lnB>
                    <a:solidFill>
                      <a:schemeClr val="bg1"/>
                    </a:solidFill>
                  </a:tcPr>
                </a:tc>
                <a:tc>
                  <a:txBody>
                    <a:bodyPr/>
                    <a:lstStyle/>
                    <a:p>
                      <a:pPr algn="ctr">
                        <a:buNone/>
                      </a:pPr>
                      <a:r>
                        <a:rPr lang="en-GB" sz="1400" b="1" dirty="0">
                          <a:solidFill>
                            <a:srgbClr val="FFFFFF"/>
                          </a:solidFill>
                          <a:effectLst/>
                          <a:latin typeface="Corporate Traveller" pitchFamily="2" charset="0"/>
                        </a:rPr>
                        <a:t>Engine</a:t>
                      </a:r>
                    </a:p>
                  </a:txBody>
                  <a:tcPr marL="40860" marR="40860" marT="34049" marB="34049" anchor="ctr">
                    <a:lnL>
                      <a:noFill/>
                    </a:lnL>
                    <a:lnR>
                      <a:noFill/>
                    </a:lnR>
                    <a:lnT>
                      <a:noFill/>
                    </a:lnT>
                    <a:lnB>
                      <a:noFill/>
                    </a:lnB>
                    <a:solidFill>
                      <a:schemeClr val="bg1"/>
                    </a:solidFill>
                  </a:tcPr>
                </a:tc>
                <a:tc>
                  <a:txBody>
                    <a:bodyPr/>
                    <a:lstStyle/>
                    <a:p>
                      <a:pPr algn="ctr">
                        <a:buNone/>
                      </a:pPr>
                      <a:r>
                        <a:rPr lang="en-GB" sz="1400" b="1" dirty="0">
                          <a:solidFill>
                            <a:srgbClr val="FFFFFF"/>
                          </a:solidFill>
                          <a:effectLst/>
                          <a:latin typeface="Corporate Traveller" pitchFamily="2" charset="0"/>
                        </a:rPr>
                        <a:t>Mega-TMCs</a:t>
                      </a:r>
                    </a:p>
                  </a:txBody>
                  <a:tcPr marL="40860" marR="40860" marT="34049" marB="34049" anchor="ctr">
                    <a:lnL>
                      <a:noFill/>
                    </a:lnL>
                    <a:lnR>
                      <a:noFill/>
                    </a:lnR>
                    <a:lnT>
                      <a:noFill/>
                    </a:lnT>
                    <a:lnB>
                      <a:noFill/>
                    </a:lnB>
                    <a:solidFill>
                      <a:schemeClr val="bg1"/>
                    </a:solidFill>
                  </a:tcPr>
                </a:tc>
                <a:tc>
                  <a:txBody>
                    <a:bodyPr/>
                    <a:lstStyle/>
                    <a:p>
                      <a:pPr algn="ctr">
                        <a:buNone/>
                      </a:pPr>
                      <a:r>
                        <a:rPr lang="en-GB" sz="1400" b="1" dirty="0">
                          <a:solidFill>
                            <a:srgbClr val="FFFFFF"/>
                          </a:solidFill>
                          <a:effectLst/>
                          <a:latin typeface="Corporate Traveller" pitchFamily="2" charset="0"/>
                        </a:rPr>
                        <a:t>Corp. Traveller</a:t>
                      </a:r>
                    </a:p>
                  </a:txBody>
                  <a:tcPr marL="40860" marR="40860" marT="34049" marB="34049" anchor="ctr">
                    <a:lnL>
                      <a:noFill/>
                    </a:lnL>
                    <a:lnR>
                      <a:noFill/>
                    </a:lnR>
                    <a:lnT>
                      <a:noFill/>
                    </a:lnT>
                    <a:lnB>
                      <a:noFill/>
                    </a:lnB>
                    <a:solidFill>
                      <a:schemeClr val="accent2"/>
                    </a:solidFill>
                  </a:tcPr>
                </a:tc>
                <a:extLst>
                  <a:ext uri="{0D108BD9-81ED-4DB2-BD59-A6C34878D82A}">
                    <a16:rowId xmlns:a16="http://schemas.microsoft.com/office/drawing/2014/main" val="59954598"/>
                  </a:ext>
                </a:extLst>
              </a:tr>
              <a:tr h="695916">
                <a:tc>
                  <a:txBody>
                    <a:bodyPr/>
                    <a:lstStyle/>
                    <a:p>
                      <a:pPr algn="ctr" fontAlgn="t">
                        <a:buNone/>
                      </a:pPr>
                      <a:r>
                        <a:rPr lang="en-GB" sz="1200" b="0" dirty="0">
                          <a:effectLst/>
                          <a:latin typeface="Corporate Traveller" pitchFamily="2" charset="0"/>
                        </a:rPr>
                        <a:t>Named expert - one accountable person</a:t>
                      </a:r>
                    </a:p>
                  </a:txBody>
                  <a:tcPr marL="40860" marR="40860" marT="30644" marB="30644" anchor="ctr">
                    <a:lnL>
                      <a:noFill/>
                    </a:lnL>
                    <a:lnR>
                      <a:noFill/>
                    </a:lnR>
                    <a:lnT>
                      <a:noFill/>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a:noFill/>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a:noFill/>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a:noFill/>
                    </a:lnT>
                    <a:lnB w="6350" cap="flat" cmpd="sng" algn="ctr">
                      <a:solidFill>
                        <a:srgbClr val="E5E5E5"/>
                      </a:solidFill>
                      <a:prstDash val="solid"/>
                      <a:round/>
                      <a:headEnd type="none" w="med" len="med"/>
                      <a:tailEnd type="none" w="med" len="med"/>
                    </a:lnB>
                    <a:no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 varies</a:t>
                      </a:r>
                    </a:p>
                  </a:txBody>
                  <a:tcPr marL="40860" marR="40860" marT="30644" marB="30644" anchor="ctr">
                    <a:lnL>
                      <a:noFill/>
                    </a:lnL>
                    <a:lnR>
                      <a:noFill/>
                    </a:lnR>
                    <a:lnT>
                      <a:noFill/>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b="1" dirty="0">
                          <a:solidFill>
                            <a:schemeClr val="accent2"/>
                          </a:solidFill>
                          <a:effectLst/>
                          <a:latin typeface="Corporate Traveller" pitchFamily="2" charset="0"/>
                        </a:rPr>
                        <a:t>✓</a:t>
                      </a:r>
                    </a:p>
                  </a:txBody>
                  <a:tcPr marL="40860" marR="40860" marT="30644" marB="30644" anchor="ctr">
                    <a:lnL>
                      <a:noFill/>
                    </a:lnL>
                    <a:lnR>
                      <a:noFill/>
                    </a:lnR>
                    <a:lnT>
                      <a:noFill/>
                    </a:lnT>
                    <a:lnB w="6350" cap="flat" cmpd="sng" algn="ctr">
                      <a:solidFill>
                        <a:srgbClr val="E5E5E5"/>
                      </a:solidFill>
                      <a:prstDash val="solid"/>
                      <a:round/>
                      <a:headEnd type="none" w="med" len="med"/>
                      <a:tailEnd type="none" w="med" len="med"/>
                    </a:lnB>
                    <a:solidFill>
                      <a:schemeClr val="tx2"/>
                    </a:solidFill>
                  </a:tcPr>
                </a:tc>
                <a:extLst>
                  <a:ext uri="{0D108BD9-81ED-4DB2-BD59-A6C34878D82A}">
                    <a16:rowId xmlns:a16="http://schemas.microsoft.com/office/drawing/2014/main" val="2113426902"/>
                  </a:ext>
                </a:extLst>
              </a:tr>
              <a:tr h="695916">
                <a:tc>
                  <a:txBody>
                    <a:bodyPr/>
                    <a:lstStyle/>
                    <a:p>
                      <a:pPr algn="ctr" fontAlgn="t">
                        <a:buNone/>
                      </a:pPr>
                      <a:r>
                        <a:rPr lang="en-GB" sz="1200" b="0" dirty="0">
                          <a:solidFill>
                            <a:schemeClr val="bg2"/>
                          </a:solidFill>
                          <a:effectLst/>
                          <a:latin typeface="Corporate Traveller" pitchFamily="2" charset="0"/>
                        </a:rPr>
                        <a:t>Technology purpose-built for SMEs</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 enterprise-down</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 hotel-first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algn="ctr" fontAlgn="t">
                        <a:buNone/>
                      </a:pPr>
                      <a:r>
                        <a:rPr lang="en-GB" sz="1200" b="1" dirty="0">
                          <a:solidFill>
                            <a:schemeClr val="accent2"/>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chemeClr val="tx2"/>
                    </a:solidFill>
                  </a:tcPr>
                </a:tc>
                <a:extLst>
                  <a:ext uri="{0D108BD9-81ED-4DB2-BD59-A6C34878D82A}">
                    <a16:rowId xmlns:a16="http://schemas.microsoft.com/office/drawing/2014/main" val="2806790824"/>
                  </a:ext>
                </a:extLst>
              </a:tr>
              <a:tr h="695916">
                <a:tc>
                  <a:txBody>
                    <a:bodyPr/>
                    <a:lstStyle/>
                    <a:p>
                      <a:pPr algn="ctr" fontAlgn="t">
                        <a:buNone/>
                      </a:pPr>
                      <a:r>
                        <a:rPr lang="en-GB" sz="1200" b="0" dirty="0">
                          <a:effectLst/>
                          <a:latin typeface="Corporate Traveller" pitchFamily="2" charset="0"/>
                        </a:rPr>
                        <a:t>AI layer live in market today</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b="1" dirty="0">
                          <a:solidFill>
                            <a:schemeClr val="accent2"/>
                          </a:solidFill>
                          <a:effectLst/>
                          <a:latin typeface="Corporate Traveller" pitchFamily="2" charset="0"/>
                        </a:rPr>
                        <a:t>✓ (Mel)</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chemeClr val="tx2"/>
                    </a:solidFill>
                  </a:tcPr>
                </a:tc>
                <a:extLst>
                  <a:ext uri="{0D108BD9-81ED-4DB2-BD59-A6C34878D82A}">
                    <a16:rowId xmlns:a16="http://schemas.microsoft.com/office/drawing/2014/main" val="198041890"/>
                  </a:ext>
                </a:extLst>
              </a:tr>
              <a:tr h="413759">
                <a:tc>
                  <a:txBody>
                    <a:bodyPr/>
                    <a:lstStyle/>
                    <a:p>
                      <a:pPr algn="ctr" fontAlgn="t">
                        <a:buNone/>
                      </a:pPr>
                      <a:r>
                        <a:rPr lang="en-GB" sz="1200" b="0" dirty="0">
                          <a:solidFill>
                            <a:schemeClr val="bg2"/>
                          </a:solidFill>
                          <a:effectLst/>
                          <a:latin typeface="Corporate Traveller" pitchFamily="2" charset="0"/>
                        </a:rPr>
                        <a:t>Rail integrated (UK + US)</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 partial</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F5F5F5"/>
                    </a:solidFill>
                  </a:tcPr>
                </a:tc>
                <a:tc>
                  <a:txBody>
                    <a:bodyPr/>
                    <a:lstStyle/>
                    <a:p>
                      <a:pPr algn="ctr" fontAlgn="t">
                        <a:buNone/>
                      </a:pPr>
                      <a:r>
                        <a:rPr lang="en-GB" sz="1200" b="1" dirty="0">
                          <a:solidFill>
                            <a:schemeClr val="accent2"/>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chemeClr val="tx2"/>
                    </a:solidFill>
                  </a:tcPr>
                </a:tc>
                <a:extLst>
                  <a:ext uri="{0D108BD9-81ED-4DB2-BD59-A6C34878D82A}">
                    <a16:rowId xmlns:a16="http://schemas.microsoft.com/office/drawing/2014/main" val="4170030121"/>
                  </a:ext>
                </a:extLst>
              </a:tr>
              <a:tr h="695916">
                <a:tc>
                  <a:txBody>
                    <a:bodyPr/>
                    <a:lstStyle/>
                    <a:p>
                      <a:pPr algn="ctr" fontAlgn="t">
                        <a:buNone/>
                      </a:pPr>
                      <a:r>
                        <a:rPr lang="en-GB" sz="1200" b="0" dirty="0">
                          <a:effectLst/>
                          <a:latin typeface="Corporate Traveller" pitchFamily="2" charset="0"/>
                        </a:rPr>
                        <a:t>Payments - no expense reports</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 (card)</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dirty="0">
                          <a:solidFill>
                            <a:srgbClr val="999999"/>
                          </a:solidFill>
                          <a:effectLst/>
                          <a:latin typeface="Corporate Traveller" pitchFamily="2" charset="0"/>
                        </a:rPr>
                        <a:t>✗</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marL="0" algn="ctr" defTabSz="914400" rtl="0" eaLnBrk="1" fontAlgn="t" latinLnBrk="0" hangingPunct="1">
                        <a:buNone/>
                      </a:pPr>
                      <a:r>
                        <a:rPr lang="en-GB" sz="1200" kern="1200" dirty="0">
                          <a:solidFill>
                            <a:srgbClr val="999999"/>
                          </a:solidFill>
                          <a:effectLst/>
                          <a:latin typeface="Corporate Traveller" pitchFamily="2" charset="0"/>
                          <a:ea typeface="+mn-ea"/>
                          <a:cs typeface="+mn-cs"/>
                        </a:rPr>
                        <a:t>~ varies</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noFill/>
                  </a:tcPr>
                </a:tc>
                <a:tc>
                  <a:txBody>
                    <a:bodyPr/>
                    <a:lstStyle/>
                    <a:p>
                      <a:pPr algn="ctr" fontAlgn="t">
                        <a:buNone/>
                      </a:pPr>
                      <a:r>
                        <a:rPr lang="en-GB" sz="1200" b="1" dirty="0">
                          <a:solidFill>
                            <a:schemeClr val="accent2"/>
                          </a:solidFill>
                          <a:effectLst/>
                          <a:latin typeface="Corporate Traveller" pitchFamily="2" charset="0"/>
                        </a:rPr>
                        <a:t>✓ (credit a/c)</a:t>
                      </a:r>
                    </a:p>
                  </a:txBody>
                  <a:tcPr marL="40860" marR="40860" marT="30644" marB="30644" anchor="ctr">
                    <a:lnL>
                      <a:noFill/>
                    </a:lnL>
                    <a:lnR>
                      <a:noFill/>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chemeClr val="tx2"/>
                    </a:solidFill>
                  </a:tcPr>
                </a:tc>
                <a:extLst>
                  <a:ext uri="{0D108BD9-81ED-4DB2-BD59-A6C34878D82A}">
                    <a16:rowId xmlns:a16="http://schemas.microsoft.com/office/drawing/2014/main" val="4095206537"/>
                  </a:ext>
                </a:extLst>
              </a:tr>
            </a:tbl>
          </a:graphicData>
        </a:graphic>
      </p:graphicFrame>
      <p:sp>
        <p:nvSpPr>
          <p:cNvPr id="10" name="Content Placeholder 1">
            <a:extLst>
              <a:ext uri="{FF2B5EF4-FFF2-40B4-BE49-F238E27FC236}">
                <a16:creationId xmlns:a16="http://schemas.microsoft.com/office/drawing/2014/main" id="{9F7081DE-00E3-8C5D-55DC-537A30E3B243}"/>
              </a:ext>
            </a:extLst>
          </p:cNvPr>
          <p:cNvSpPr txBox="1">
            <a:spLocks/>
          </p:cNvSpPr>
          <p:nvPr/>
        </p:nvSpPr>
        <p:spPr>
          <a:xfrm>
            <a:off x="360524" y="1060417"/>
            <a:ext cx="9719647" cy="687109"/>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800"/>
              </a:lnSpc>
              <a:spcBef>
                <a:spcPts val="0"/>
              </a:spcBef>
              <a:spcAft>
                <a:spcPts val="0"/>
              </a:spcAft>
              <a:buClr>
                <a:srgbClr val="FF2E5F"/>
              </a:buClr>
              <a:buSzTx/>
              <a:buFont typeface="Arial" panose="020B0604020202020204" pitchFamily="34" charset="0"/>
              <a:buNone/>
              <a:tabLst/>
              <a:defRPr/>
            </a:pPr>
            <a:r>
              <a:rPr kumimoji="0" lang="en-GB" sz="1400" b="0" i="0" u="none" strike="noStrike" kern="1200" cap="none" spc="0" normalizeH="0" baseline="0" noProof="0" dirty="0">
                <a:ln>
                  <a:noFill/>
                </a:ln>
                <a:solidFill>
                  <a:srgbClr val="FFFFFF"/>
                </a:solidFill>
                <a:effectLst/>
                <a:uLnTx/>
                <a:uFillTx/>
                <a:latin typeface="Corporate Traveller" pitchFamily="2" charset="77"/>
              </a:rPr>
              <a:t>The one that actually works. We've watched tech-first platforms win on product and lose customers the first time a flight cancels at midnight. We chose a different path: genuine travel expertise and continuously improving technology in one place - where you can self-serve when you want, and reach a real expert the moment you need one.</a:t>
            </a:r>
          </a:p>
        </p:txBody>
      </p:sp>
      <p:pic>
        <p:nvPicPr>
          <p:cNvPr id="2" name="object 3">
            <a:extLst>
              <a:ext uri="{FF2B5EF4-FFF2-40B4-BE49-F238E27FC236}">
                <a16:creationId xmlns:a16="http://schemas.microsoft.com/office/drawing/2014/main" id="{9BEA68B8-28E2-ACD4-8B07-E9990E3406EF}"/>
              </a:ext>
            </a:extLst>
          </p:cNvPr>
          <p:cNvPicPr/>
          <p:nvPr/>
        </p:nvPicPr>
        <p:blipFill>
          <a:blip r:embed="rId3" cstate="print"/>
          <a:stretch>
            <a:fillRect/>
          </a:stretch>
        </p:blipFill>
        <p:spPr>
          <a:xfrm>
            <a:off x="10306406" y="348812"/>
            <a:ext cx="1558645" cy="353232"/>
          </a:xfrm>
          <a:prstGeom prst="rect">
            <a:avLst/>
          </a:prstGeom>
        </p:spPr>
      </p:pic>
      <p:sp>
        <p:nvSpPr>
          <p:cNvPr id="6" name="Date Placeholder 3">
            <a:extLst>
              <a:ext uri="{FF2B5EF4-FFF2-40B4-BE49-F238E27FC236}">
                <a16:creationId xmlns:a16="http://schemas.microsoft.com/office/drawing/2014/main" id="{6EFE8CB2-E384-7360-D8E6-312AD35B93E9}"/>
              </a:ext>
            </a:extLst>
          </p:cNvPr>
          <p:cNvSpPr>
            <a:spLocks noGrp="1"/>
          </p:cNvSpPr>
          <p:nvPr>
            <p:ph type="dt" sz="half" idx="10"/>
          </p:nvPr>
        </p:nvSpPr>
        <p:spPr>
          <a:xfrm>
            <a:off x="360000" y="6274011"/>
            <a:ext cx="768561" cy="360000"/>
          </a:xfrm>
        </p:spPr>
        <p:txBody>
          <a:bodyPr/>
          <a:lstStyle>
            <a:lvl1pPr>
              <a:defRPr>
                <a:solidFill>
                  <a:schemeClr val="accent1"/>
                </a:solidFill>
              </a:defRPr>
            </a:lvl1pPr>
          </a:lstStyle>
          <a:p>
            <a:fld id="{BB1A7367-EB7B-5940-9250-E537993F6F13}" type="datetime4">
              <a:rPr lang="en-GB" smtClean="0">
                <a:solidFill>
                  <a:schemeClr val="tx1"/>
                </a:solidFill>
                <a:latin typeface="Corporate Traveller" pitchFamily="2" charset="77"/>
              </a:rPr>
              <a:pPr/>
              <a:t>09 April 2026</a:t>
            </a:fld>
            <a:endParaRPr lang="en-GB" dirty="0">
              <a:solidFill>
                <a:schemeClr val="tx1"/>
              </a:solidFill>
              <a:latin typeface="Corporate Traveller" pitchFamily="2" charset="77"/>
            </a:endParaRPr>
          </a:p>
        </p:txBody>
      </p:sp>
      <p:sp>
        <p:nvSpPr>
          <p:cNvPr id="7" name="Footer Placeholder 4">
            <a:extLst>
              <a:ext uri="{FF2B5EF4-FFF2-40B4-BE49-F238E27FC236}">
                <a16:creationId xmlns:a16="http://schemas.microsoft.com/office/drawing/2014/main" id="{6D50B1B2-B23A-F89C-B0CD-6E9BA0C320E8}"/>
              </a:ext>
            </a:extLst>
          </p:cNvPr>
          <p:cNvSpPr>
            <a:spLocks noGrp="1"/>
          </p:cNvSpPr>
          <p:nvPr>
            <p:ph type="ftr" sz="quarter" idx="11"/>
          </p:nvPr>
        </p:nvSpPr>
        <p:spPr>
          <a:xfrm>
            <a:off x="1177289" y="6274011"/>
            <a:ext cx="3118485" cy="360000"/>
          </a:xfrm>
        </p:spPr>
        <p:txBody>
          <a:bodyPr/>
          <a:lstStyle>
            <a:lvl1pPr>
              <a:defRPr>
                <a:solidFill>
                  <a:schemeClr val="accent1"/>
                </a:solidFill>
              </a:defRPr>
            </a:lvl1pPr>
          </a:lstStyle>
          <a:p>
            <a:r>
              <a:rPr lang="en-GB">
                <a:solidFill>
                  <a:schemeClr val="tx1"/>
                </a:solidFill>
                <a:latin typeface="Corporate Traveller" pitchFamily="2" charset="77"/>
              </a:rPr>
              <a:t>Confidential</a:t>
            </a:r>
          </a:p>
        </p:txBody>
      </p:sp>
      <p:sp>
        <p:nvSpPr>
          <p:cNvPr id="9" name="Slide Number Placeholder 5">
            <a:extLst>
              <a:ext uri="{FF2B5EF4-FFF2-40B4-BE49-F238E27FC236}">
                <a16:creationId xmlns:a16="http://schemas.microsoft.com/office/drawing/2014/main" id="{A088C0B7-A911-45D0-C595-5C5BA7F160D3}"/>
              </a:ext>
            </a:extLst>
          </p:cNvPr>
          <p:cNvSpPr>
            <a:spLocks noGrp="1"/>
          </p:cNvSpPr>
          <p:nvPr>
            <p:ph type="sldNum" sz="quarter" idx="12"/>
          </p:nvPr>
        </p:nvSpPr>
        <p:spPr>
          <a:xfrm>
            <a:off x="9113838" y="6274011"/>
            <a:ext cx="2743200" cy="360000"/>
          </a:xfrm>
        </p:spPr>
        <p:txBody>
          <a:bodyPr/>
          <a:lstStyle>
            <a:lvl1pPr>
              <a:defRPr>
                <a:solidFill>
                  <a:schemeClr val="accent1"/>
                </a:solidFill>
              </a:defRPr>
            </a:lvl1pPr>
          </a:lstStyle>
          <a:p>
            <a:fld id="{D12734D3-D73F-6A4D-B2B5-DCD15EBB8EEC}" type="slidenum">
              <a:rPr lang="en-GB" smtClean="0">
                <a:solidFill>
                  <a:schemeClr val="tx1"/>
                </a:solidFill>
                <a:latin typeface="Corporate Traveller" pitchFamily="2" charset="77"/>
              </a:rPr>
              <a:pPr/>
              <a:t>7</a:t>
            </a:fld>
            <a:endParaRPr lang="en-GB">
              <a:solidFill>
                <a:schemeClr val="tx1"/>
              </a:solidFill>
              <a:latin typeface="Corporate Traveller" pitchFamily="2" charset="77"/>
            </a:endParaRPr>
          </a:p>
        </p:txBody>
      </p:sp>
    </p:spTree>
    <p:extLst>
      <p:ext uri="{BB962C8B-B14F-4D97-AF65-F5344CB8AC3E}">
        <p14:creationId xmlns:p14="http://schemas.microsoft.com/office/powerpoint/2010/main" val="18277245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E3E2B1-991A-0641-3428-D190314FBF8A}"/>
              </a:ext>
            </a:extLst>
          </p:cNvPr>
          <p:cNvSpPr/>
          <p:nvPr/>
        </p:nvSpPr>
        <p:spPr>
          <a:xfrm>
            <a:off x="0" y="0"/>
            <a:ext cx="12192000" cy="6858000"/>
          </a:xfrm>
          <a:prstGeom prst="rect">
            <a:avLst/>
          </a:prstGeom>
          <a:solidFill>
            <a:schemeClr val="tx1"/>
          </a:solidFill>
          <a:ln w="44450" cap="flat">
            <a:noFill/>
            <a:prstDash val="solid"/>
            <a:miter/>
          </a:ln>
        </p:spPr>
        <p:txBody>
          <a:bodyPr rtlCol="0" anchor="ctr"/>
          <a:lstStyle/>
          <a:p>
            <a:pPr algn="l"/>
            <a:endParaRPr lang="en-GB">
              <a:latin typeface="Corporate Traveller" pitchFamily="2" charset="77"/>
            </a:endParaRPr>
          </a:p>
        </p:txBody>
      </p:sp>
      <p:sp>
        <p:nvSpPr>
          <p:cNvPr id="9" name="Title 5">
            <a:extLst>
              <a:ext uri="{FF2B5EF4-FFF2-40B4-BE49-F238E27FC236}">
                <a16:creationId xmlns:a16="http://schemas.microsoft.com/office/drawing/2014/main" id="{EFAA8BA2-480C-543A-EC78-025C24BEB245}"/>
              </a:ext>
            </a:extLst>
          </p:cNvPr>
          <p:cNvSpPr>
            <a:spLocks noGrp="1"/>
          </p:cNvSpPr>
          <p:nvPr>
            <p:ph type="title"/>
          </p:nvPr>
        </p:nvSpPr>
        <p:spPr>
          <a:xfrm>
            <a:off x="360000" y="494928"/>
            <a:ext cx="4587138" cy="298286"/>
          </a:xfrm>
        </p:spPr>
        <p:txBody>
          <a:bodyPr/>
          <a:lstStyle/>
          <a:p>
            <a:r>
              <a:rPr lang="en-US" sz="3200" dirty="0">
                <a:solidFill>
                  <a:schemeClr val="bg2"/>
                </a:solidFill>
                <a:latin typeface="Corporate Traveller" pitchFamily="2" charset="77"/>
              </a:rPr>
              <a:t>Our external message:</a:t>
            </a:r>
          </a:p>
        </p:txBody>
      </p:sp>
      <p:sp>
        <p:nvSpPr>
          <p:cNvPr id="11" name="Content Placeholder 1">
            <a:extLst>
              <a:ext uri="{FF2B5EF4-FFF2-40B4-BE49-F238E27FC236}">
                <a16:creationId xmlns:a16="http://schemas.microsoft.com/office/drawing/2014/main" id="{14F5E834-0D30-73B2-3A06-7E68EC49E6A8}"/>
              </a:ext>
            </a:extLst>
          </p:cNvPr>
          <p:cNvSpPr txBox="1">
            <a:spLocks/>
          </p:cNvSpPr>
          <p:nvPr/>
        </p:nvSpPr>
        <p:spPr>
          <a:xfrm>
            <a:off x="371034" y="981627"/>
            <a:ext cx="9937860" cy="298286"/>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Aft>
                <a:spcPts val="0"/>
              </a:spcAft>
              <a:buClr>
                <a:srgbClr val="FF2E5F"/>
              </a:buClr>
              <a:buNone/>
            </a:pPr>
            <a:r>
              <a:rPr lang="en-GB" sz="1600" dirty="0">
                <a:solidFill>
                  <a:schemeClr val="bg2"/>
                </a:solidFill>
                <a:latin typeface="Corporate Traveller" pitchFamily="2" charset="77"/>
              </a:rPr>
              <a:t>Corporate Traveller helps your business grow by taking the grind out of travel and spend management.</a:t>
            </a:r>
            <a:endParaRPr kumimoji="0" lang="en-GB" sz="1600" i="0" u="none" strike="noStrike" kern="1200" cap="none" spc="0" normalizeH="0" baseline="0" noProof="0" dirty="0">
              <a:ln>
                <a:noFill/>
              </a:ln>
              <a:solidFill>
                <a:schemeClr val="bg2"/>
              </a:solidFill>
              <a:effectLst/>
              <a:uLnTx/>
              <a:uFillTx/>
              <a:latin typeface="Corporate Traveller" pitchFamily="2" charset="77"/>
            </a:endParaRPr>
          </a:p>
        </p:txBody>
      </p:sp>
      <p:pic>
        <p:nvPicPr>
          <p:cNvPr id="13" name="bg object 18">
            <a:extLst>
              <a:ext uri="{FF2B5EF4-FFF2-40B4-BE49-F238E27FC236}">
                <a16:creationId xmlns:a16="http://schemas.microsoft.com/office/drawing/2014/main" id="{B6BD297E-75FB-7675-E416-16EEA04F6E97}"/>
              </a:ext>
            </a:extLst>
          </p:cNvPr>
          <p:cNvPicPr/>
          <p:nvPr/>
        </p:nvPicPr>
        <p:blipFill>
          <a:blip r:embed="rId3" cstate="print"/>
          <a:stretch>
            <a:fillRect/>
          </a:stretch>
        </p:blipFill>
        <p:spPr>
          <a:xfrm>
            <a:off x="10298393" y="339854"/>
            <a:ext cx="1558645" cy="352063"/>
          </a:xfrm>
          <a:prstGeom prst="rect">
            <a:avLst/>
          </a:prstGeom>
        </p:spPr>
      </p:pic>
      <p:sp>
        <p:nvSpPr>
          <p:cNvPr id="16" name="Content Placeholder 1">
            <a:extLst>
              <a:ext uri="{FF2B5EF4-FFF2-40B4-BE49-F238E27FC236}">
                <a16:creationId xmlns:a16="http://schemas.microsoft.com/office/drawing/2014/main" id="{1C166C83-9384-FFB0-CF82-9A12DA226020}"/>
              </a:ext>
            </a:extLst>
          </p:cNvPr>
          <p:cNvSpPr txBox="1">
            <a:spLocks/>
          </p:cNvSpPr>
          <p:nvPr/>
        </p:nvSpPr>
        <p:spPr>
          <a:xfrm>
            <a:off x="4739762" y="1517463"/>
            <a:ext cx="2712476" cy="298286"/>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Aft>
                <a:spcPts val="0"/>
              </a:spcAft>
              <a:buClr>
                <a:srgbClr val="FF2E5F"/>
              </a:buClr>
              <a:buNone/>
            </a:pPr>
            <a:r>
              <a:rPr lang="en-GB" b="1" dirty="0">
                <a:solidFill>
                  <a:schemeClr val="accent2"/>
                </a:solidFill>
                <a:latin typeface="Corporate Traveller" pitchFamily="2" charset="77"/>
              </a:rPr>
              <a:t>Our messaging pillars</a:t>
            </a:r>
            <a:endParaRPr kumimoji="0" lang="en-GB" b="1" i="0" u="none" strike="noStrike" kern="1200" cap="none" spc="0" normalizeH="0" baseline="0" noProof="0" dirty="0">
              <a:ln>
                <a:noFill/>
              </a:ln>
              <a:solidFill>
                <a:schemeClr val="accent2"/>
              </a:solidFill>
              <a:effectLst/>
              <a:uLnTx/>
              <a:uFillTx/>
              <a:latin typeface="Corporate Traveller" pitchFamily="2" charset="77"/>
            </a:endParaRPr>
          </a:p>
        </p:txBody>
      </p:sp>
      <p:grpSp>
        <p:nvGrpSpPr>
          <p:cNvPr id="20" name="Group 19">
            <a:extLst>
              <a:ext uri="{FF2B5EF4-FFF2-40B4-BE49-F238E27FC236}">
                <a16:creationId xmlns:a16="http://schemas.microsoft.com/office/drawing/2014/main" id="{5CE6DC27-4879-A135-CE58-0482E88955B9}"/>
              </a:ext>
            </a:extLst>
          </p:cNvPr>
          <p:cNvGrpSpPr/>
          <p:nvPr/>
        </p:nvGrpSpPr>
        <p:grpSpPr>
          <a:xfrm>
            <a:off x="360001" y="2181934"/>
            <a:ext cx="11497038" cy="3823392"/>
            <a:chOff x="360000" y="2356171"/>
            <a:chExt cx="11948723" cy="4006901"/>
          </a:xfrm>
        </p:grpSpPr>
        <p:sp>
          <p:nvSpPr>
            <p:cNvPr id="15" name="Rounded Rectangle 14">
              <a:extLst>
                <a:ext uri="{FF2B5EF4-FFF2-40B4-BE49-F238E27FC236}">
                  <a16:creationId xmlns:a16="http://schemas.microsoft.com/office/drawing/2014/main" id="{86D24FC4-C1C4-11E5-5F2D-B0CCB455A60B}"/>
                </a:ext>
              </a:extLst>
            </p:cNvPr>
            <p:cNvSpPr/>
            <p:nvPr/>
          </p:nvSpPr>
          <p:spPr>
            <a:xfrm>
              <a:off x="360000" y="2356171"/>
              <a:ext cx="2745317" cy="4006901"/>
            </a:xfrm>
            <a:prstGeom prst="roundRect">
              <a:avLst>
                <a:gd name="adj" fmla="val 12998"/>
              </a:avLst>
            </a:prstGeom>
            <a:solidFill>
              <a:schemeClr val="bg2"/>
            </a:solidFill>
            <a:ln w="19050" cap="flat">
              <a:solidFill>
                <a:schemeClr val="accent2"/>
              </a:solidFill>
              <a:prstDash val="solid"/>
              <a:miter/>
            </a:ln>
          </p:spPr>
          <p:txBody>
            <a:bodyPr rtlCol="0" anchor="ctr"/>
            <a:lstStyle/>
            <a:p>
              <a:pPr algn="l"/>
              <a:endParaRPr lang="en-GB">
                <a:latin typeface="Corporate Traveller" pitchFamily="2" charset="77"/>
              </a:endParaRPr>
            </a:p>
          </p:txBody>
        </p:sp>
        <p:sp>
          <p:nvSpPr>
            <p:cNvPr id="17" name="Rounded Rectangle 16">
              <a:extLst>
                <a:ext uri="{FF2B5EF4-FFF2-40B4-BE49-F238E27FC236}">
                  <a16:creationId xmlns:a16="http://schemas.microsoft.com/office/drawing/2014/main" id="{B9E68C9F-8F39-1ED4-62E1-5F153EB7EED8}"/>
                </a:ext>
              </a:extLst>
            </p:cNvPr>
            <p:cNvSpPr/>
            <p:nvPr/>
          </p:nvSpPr>
          <p:spPr>
            <a:xfrm>
              <a:off x="3427802" y="2356171"/>
              <a:ext cx="2745317" cy="4006901"/>
            </a:xfrm>
            <a:prstGeom prst="roundRect">
              <a:avLst>
                <a:gd name="adj" fmla="val 12998"/>
              </a:avLst>
            </a:prstGeom>
            <a:solidFill>
              <a:schemeClr val="bg2"/>
            </a:solidFill>
            <a:ln w="19050" cap="flat">
              <a:solidFill>
                <a:schemeClr val="accent2"/>
              </a:solidFill>
              <a:prstDash val="solid"/>
              <a:miter/>
            </a:ln>
          </p:spPr>
          <p:txBody>
            <a:bodyPr rtlCol="0" anchor="ctr"/>
            <a:lstStyle/>
            <a:p>
              <a:pPr algn="l"/>
              <a:endParaRPr lang="en-GB">
                <a:latin typeface="Corporate Traveller" pitchFamily="2" charset="77"/>
              </a:endParaRPr>
            </a:p>
          </p:txBody>
        </p:sp>
        <p:sp>
          <p:nvSpPr>
            <p:cNvPr id="18" name="Rounded Rectangle 17">
              <a:extLst>
                <a:ext uri="{FF2B5EF4-FFF2-40B4-BE49-F238E27FC236}">
                  <a16:creationId xmlns:a16="http://schemas.microsoft.com/office/drawing/2014/main" id="{BB898CF4-C317-F0F8-2044-A98E28D9A1EA}"/>
                </a:ext>
              </a:extLst>
            </p:cNvPr>
            <p:cNvSpPr/>
            <p:nvPr/>
          </p:nvSpPr>
          <p:spPr>
            <a:xfrm>
              <a:off x="6495604" y="2356171"/>
              <a:ext cx="2745317" cy="4006901"/>
            </a:xfrm>
            <a:prstGeom prst="roundRect">
              <a:avLst>
                <a:gd name="adj" fmla="val 12998"/>
              </a:avLst>
            </a:prstGeom>
            <a:solidFill>
              <a:schemeClr val="bg2"/>
            </a:solidFill>
            <a:ln w="19050" cap="flat">
              <a:solidFill>
                <a:schemeClr val="accent2"/>
              </a:solidFill>
              <a:prstDash val="solid"/>
              <a:miter/>
            </a:ln>
          </p:spPr>
          <p:txBody>
            <a:bodyPr rtlCol="0" anchor="ctr"/>
            <a:lstStyle/>
            <a:p>
              <a:pPr algn="l"/>
              <a:endParaRPr lang="en-GB">
                <a:latin typeface="Corporate Traveller" pitchFamily="2" charset="77"/>
              </a:endParaRPr>
            </a:p>
          </p:txBody>
        </p:sp>
        <p:sp>
          <p:nvSpPr>
            <p:cNvPr id="19" name="Rounded Rectangle 18">
              <a:extLst>
                <a:ext uri="{FF2B5EF4-FFF2-40B4-BE49-F238E27FC236}">
                  <a16:creationId xmlns:a16="http://schemas.microsoft.com/office/drawing/2014/main" id="{8E4B8CC3-4B64-B826-A741-66235331FADE}"/>
                </a:ext>
              </a:extLst>
            </p:cNvPr>
            <p:cNvSpPr/>
            <p:nvPr/>
          </p:nvSpPr>
          <p:spPr>
            <a:xfrm>
              <a:off x="9563406" y="2356171"/>
              <a:ext cx="2745317" cy="4006901"/>
            </a:xfrm>
            <a:prstGeom prst="roundRect">
              <a:avLst>
                <a:gd name="adj" fmla="val 12998"/>
              </a:avLst>
            </a:prstGeom>
            <a:solidFill>
              <a:schemeClr val="bg2"/>
            </a:solidFill>
            <a:ln w="19050" cap="flat">
              <a:solidFill>
                <a:schemeClr val="accent2"/>
              </a:solidFill>
              <a:prstDash val="solid"/>
              <a:miter/>
            </a:ln>
          </p:spPr>
          <p:txBody>
            <a:bodyPr rtlCol="0" anchor="ctr"/>
            <a:lstStyle/>
            <a:p>
              <a:pPr algn="l"/>
              <a:endParaRPr lang="en-GB">
                <a:latin typeface="Corporate Traveller" pitchFamily="2" charset="77"/>
              </a:endParaRPr>
            </a:p>
          </p:txBody>
        </p:sp>
      </p:grpSp>
      <p:sp>
        <p:nvSpPr>
          <p:cNvPr id="22" name="TextBox 21">
            <a:extLst>
              <a:ext uri="{FF2B5EF4-FFF2-40B4-BE49-F238E27FC236}">
                <a16:creationId xmlns:a16="http://schemas.microsoft.com/office/drawing/2014/main" id="{80239A00-0D8A-6993-E00A-E3981F7F233C}"/>
              </a:ext>
            </a:extLst>
          </p:cNvPr>
          <p:cNvSpPr txBox="1"/>
          <p:nvPr/>
        </p:nvSpPr>
        <p:spPr>
          <a:xfrm>
            <a:off x="538746" y="2443143"/>
            <a:ext cx="2262014" cy="2453107"/>
          </a:xfrm>
          <a:prstGeom prst="rect">
            <a:avLst/>
          </a:prstGeom>
          <a:noFill/>
        </p:spPr>
        <p:txBody>
          <a:bodyPr wrap="square">
            <a:spAutoFit/>
          </a:bodyPr>
          <a:lstStyle/>
          <a:p>
            <a:pPr marL="0" indent="0" algn="ctr">
              <a:lnSpc>
                <a:spcPct val="100000"/>
              </a:lnSpc>
              <a:spcAft>
                <a:spcPts val="600"/>
              </a:spcAft>
              <a:buNone/>
            </a:pPr>
            <a:r>
              <a:rPr lang="en-GB" sz="1400" b="1" dirty="0">
                <a:solidFill>
                  <a:schemeClr val="tx1"/>
                </a:solidFill>
                <a:latin typeface="Corporate Traveller" pitchFamily="2" charset="77"/>
              </a:rPr>
              <a:t>Served by a real person. An expert who knows your business, and always has your back.</a:t>
            </a:r>
          </a:p>
          <a:p>
            <a:pPr marL="0" indent="0" algn="ctr">
              <a:lnSpc>
                <a:spcPts val="1400"/>
              </a:lnSpc>
              <a:spcAft>
                <a:spcPts val="600"/>
              </a:spcAft>
              <a:buNone/>
            </a:pPr>
            <a:r>
              <a:rPr lang="en-GB" sz="1000" dirty="0">
                <a:solidFill>
                  <a:schemeClr val="tx1"/>
                </a:solidFill>
                <a:latin typeface="Corporate Traveller" pitchFamily="2" charset="77"/>
              </a:rPr>
              <a:t>Your dedicated travel manager is more than someone who books your travel – they’re an extension of your team. These are experts who deliver the moments that matter: looking ahead, solving problems, and helping you dodge disruption, 24/7, 365.</a:t>
            </a:r>
          </a:p>
        </p:txBody>
      </p:sp>
      <p:sp>
        <p:nvSpPr>
          <p:cNvPr id="23" name="TextBox 22">
            <a:extLst>
              <a:ext uri="{FF2B5EF4-FFF2-40B4-BE49-F238E27FC236}">
                <a16:creationId xmlns:a16="http://schemas.microsoft.com/office/drawing/2014/main" id="{8E99D1C8-B64E-417F-4199-10E88EFD2DC6}"/>
              </a:ext>
            </a:extLst>
          </p:cNvPr>
          <p:cNvSpPr txBox="1"/>
          <p:nvPr/>
        </p:nvSpPr>
        <p:spPr>
          <a:xfrm>
            <a:off x="3501596" y="2443143"/>
            <a:ext cx="2262014" cy="3135345"/>
          </a:xfrm>
          <a:prstGeom prst="rect">
            <a:avLst/>
          </a:prstGeom>
          <a:noFill/>
        </p:spPr>
        <p:txBody>
          <a:bodyPr wrap="square">
            <a:spAutoFit/>
          </a:bodyPr>
          <a:lstStyle/>
          <a:p>
            <a:pPr marL="0" indent="0" algn="ctr">
              <a:lnSpc>
                <a:spcPct val="100000"/>
              </a:lnSpc>
              <a:spcAft>
                <a:spcPts val="600"/>
              </a:spcAft>
              <a:buNone/>
            </a:pPr>
            <a:r>
              <a:rPr lang="en-GB" sz="1400" b="1" dirty="0">
                <a:solidFill>
                  <a:schemeClr val="tx1"/>
                </a:solidFill>
                <a:latin typeface="Corporate Traveller" pitchFamily="2" charset="77"/>
              </a:rPr>
              <a:t>With technology your team will actually </a:t>
            </a:r>
            <a:br>
              <a:rPr lang="en-GB" sz="1400" b="1" dirty="0">
                <a:solidFill>
                  <a:schemeClr val="tx1"/>
                </a:solidFill>
                <a:latin typeface="Corporate Traveller" pitchFamily="2" charset="77"/>
              </a:rPr>
            </a:br>
            <a:r>
              <a:rPr lang="en-GB" sz="1400" b="1" dirty="0">
                <a:solidFill>
                  <a:schemeClr val="tx1"/>
                </a:solidFill>
                <a:latin typeface="Corporate Traveller" pitchFamily="2" charset="77"/>
              </a:rPr>
              <a:t>want to use.</a:t>
            </a:r>
          </a:p>
          <a:p>
            <a:pPr marL="0" indent="0" algn="ctr">
              <a:lnSpc>
                <a:spcPts val="1400"/>
              </a:lnSpc>
              <a:spcAft>
                <a:spcPts val="600"/>
              </a:spcAft>
              <a:buNone/>
            </a:pPr>
            <a:r>
              <a:rPr lang="en-US" sz="1000" dirty="0">
                <a:solidFill>
                  <a:schemeClr val="tx1"/>
                </a:solidFill>
                <a:latin typeface="Corporate Traveller" pitchFamily="2" charset="77"/>
              </a:rPr>
              <a:t>Say Hello to Melon, the travel platform your business deserves. AI-powered and all-in-one, it works harder so you don't have to, giving your people their time back </a:t>
            </a:r>
            <a:br>
              <a:rPr lang="en-US" sz="1000" dirty="0">
                <a:solidFill>
                  <a:schemeClr val="tx1"/>
                </a:solidFill>
                <a:latin typeface="Corporate Traveller" pitchFamily="2" charset="77"/>
              </a:rPr>
            </a:br>
            <a:r>
              <a:rPr lang="en-US" sz="1000" dirty="0">
                <a:solidFill>
                  <a:schemeClr val="tx1"/>
                </a:solidFill>
                <a:latin typeface="Corporate Traveller" pitchFamily="2" charset="77"/>
              </a:rPr>
              <a:t>by automating the everyday. Faster-than-lightning booking, intelligent policy tools to keep your travel in check, and experience so intuitive that people actually use it.</a:t>
            </a:r>
            <a:br>
              <a:rPr lang="en-US" sz="1000" dirty="0">
                <a:solidFill>
                  <a:schemeClr val="tx1"/>
                </a:solidFill>
                <a:latin typeface="Corporate Traveller" pitchFamily="2" charset="77"/>
              </a:rPr>
            </a:br>
            <a:r>
              <a:rPr lang="en-US" sz="1000" dirty="0">
                <a:solidFill>
                  <a:schemeClr val="tx1"/>
                </a:solidFill>
                <a:latin typeface="Corporate Traveller" pitchFamily="2" charset="77"/>
              </a:rPr>
              <a:t>Self-service when you want it, </a:t>
            </a:r>
            <a:br>
              <a:rPr lang="en-US" sz="1000" dirty="0">
                <a:solidFill>
                  <a:schemeClr val="tx1"/>
                </a:solidFill>
                <a:latin typeface="Corporate Traveller" pitchFamily="2" charset="77"/>
              </a:rPr>
            </a:br>
            <a:r>
              <a:rPr lang="en-US" sz="1000" dirty="0">
                <a:solidFill>
                  <a:schemeClr val="tx1"/>
                </a:solidFill>
                <a:latin typeface="Corporate Traveller" pitchFamily="2" charset="77"/>
              </a:rPr>
              <a:t>a real expert on hand when </a:t>
            </a:r>
            <a:br>
              <a:rPr lang="en-US" sz="1000" dirty="0">
                <a:solidFill>
                  <a:schemeClr val="tx1"/>
                </a:solidFill>
                <a:latin typeface="Corporate Traveller" pitchFamily="2" charset="77"/>
              </a:rPr>
            </a:br>
            <a:r>
              <a:rPr lang="en-US" sz="1000" dirty="0">
                <a:solidFill>
                  <a:schemeClr val="tx1"/>
                </a:solidFill>
                <a:latin typeface="Corporate Traveller" pitchFamily="2" charset="77"/>
              </a:rPr>
              <a:t>you need it.</a:t>
            </a:r>
          </a:p>
        </p:txBody>
      </p:sp>
      <p:sp>
        <p:nvSpPr>
          <p:cNvPr id="24" name="TextBox 23">
            <a:extLst>
              <a:ext uri="{FF2B5EF4-FFF2-40B4-BE49-F238E27FC236}">
                <a16:creationId xmlns:a16="http://schemas.microsoft.com/office/drawing/2014/main" id="{B4AB7D41-5A6B-2A55-3B0C-F2D2EFD283AA}"/>
              </a:ext>
            </a:extLst>
          </p:cNvPr>
          <p:cNvSpPr txBox="1"/>
          <p:nvPr/>
        </p:nvSpPr>
        <p:spPr>
          <a:xfrm>
            <a:off x="6453429" y="2443143"/>
            <a:ext cx="2262014" cy="2022220"/>
          </a:xfrm>
          <a:prstGeom prst="rect">
            <a:avLst/>
          </a:prstGeom>
          <a:noFill/>
        </p:spPr>
        <p:txBody>
          <a:bodyPr wrap="square">
            <a:spAutoFit/>
          </a:bodyPr>
          <a:lstStyle/>
          <a:p>
            <a:pPr marL="0" indent="0" algn="ctr">
              <a:lnSpc>
                <a:spcPct val="100000"/>
              </a:lnSpc>
              <a:spcAft>
                <a:spcPts val="600"/>
              </a:spcAft>
              <a:buNone/>
            </a:pPr>
            <a:r>
              <a:rPr lang="en-GB" sz="1400" b="1" dirty="0">
                <a:solidFill>
                  <a:schemeClr val="tx1"/>
                </a:solidFill>
                <a:latin typeface="Corporate Traveller" pitchFamily="2" charset="77"/>
              </a:rPr>
              <a:t>Delivering more choice, and more value.</a:t>
            </a:r>
          </a:p>
          <a:p>
            <a:pPr marL="0" indent="0" algn="ctr">
              <a:lnSpc>
                <a:spcPts val="1400"/>
              </a:lnSpc>
              <a:spcAft>
                <a:spcPts val="600"/>
              </a:spcAft>
              <a:buNone/>
            </a:pPr>
            <a:r>
              <a:rPr lang="en-GB" sz="1000" dirty="0">
                <a:solidFill>
                  <a:schemeClr val="tx1"/>
                </a:solidFill>
                <a:latin typeface="Corporate Traveller" pitchFamily="2" charset="77"/>
              </a:rPr>
              <a:t>CT gives you two things others can't: unrestricted access to the widest selection of travel choices on the market, and exclusive deals no one else can access, which means better fares, rates and more benefits, however and wherever you’re travelling.</a:t>
            </a:r>
          </a:p>
        </p:txBody>
      </p:sp>
      <p:sp>
        <p:nvSpPr>
          <p:cNvPr id="25" name="TextBox 24">
            <a:extLst>
              <a:ext uri="{FF2B5EF4-FFF2-40B4-BE49-F238E27FC236}">
                <a16:creationId xmlns:a16="http://schemas.microsoft.com/office/drawing/2014/main" id="{D34C8512-16C8-361E-A22A-97C77DD182DD}"/>
              </a:ext>
            </a:extLst>
          </p:cNvPr>
          <p:cNvSpPr txBox="1"/>
          <p:nvPr/>
        </p:nvSpPr>
        <p:spPr>
          <a:xfrm>
            <a:off x="9338817" y="2443143"/>
            <a:ext cx="2388894" cy="3314882"/>
          </a:xfrm>
          <a:prstGeom prst="rect">
            <a:avLst/>
          </a:prstGeom>
          <a:noFill/>
        </p:spPr>
        <p:txBody>
          <a:bodyPr wrap="square">
            <a:spAutoFit/>
          </a:bodyPr>
          <a:lstStyle/>
          <a:p>
            <a:pPr marL="0" indent="0" algn="ctr">
              <a:lnSpc>
                <a:spcPct val="100000"/>
              </a:lnSpc>
              <a:spcAft>
                <a:spcPts val="600"/>
              </a:spcAft>
              <a:buNone/>
            </a:pPr>
            <a:r>
              <a:rPr lang="en-GB" sz="1400" b="1" dirty="0">
                <a:solidFill>
                  <a:schemeClr val="tx1"/>
                </a:solidFill>
                <a:latin typeface="Corporate Traveller" pitchFamily="2" charset="77"/>
              </a:rPr>
              <a:t>And no headaches, </a:t>
            </a:r>
            <a:br>
              <a:rPr lang="en-GB" sz="1400" b="1" dirty="0">
                <a:solidFill>
                  <a:schemeClr val="tx1"/>
                </a:solidFill>
                <a:latin typeface="Corporate Traveller" pitchFamily="2" charset="77"/>
              </a:rPr>
            </a:br>
            <a:r>
              <a:rPr lang="en-GB" sz="1400" b="1" dirty="0">
                <a:solidFill>
                  <a:schemeClr val="tx1"/>
                </a:solidFill>
                <a:latin typeface="Corporate Traveller" pitchFamily="2" charset="77"/>
              </a:rPr>
              <a:t>just refreshingly easy spend management.</a:t>
            </a:r>
          </a:p>
          <a:p>
            <a:pPr marL="0" indent="0" algn="ctr">
              <a:lnSpc>
                <a:spcPts val="1400"/>
              </a:lnSpc>
              <a:spcAft>
                <a:spcPts val="600"/>
              </a:spcAft>
              <a:buNone/>
            </a:pPr>
            <a:r>
              <a:rPr lang="en-GB" sz="1000" dirty="0">
                <a:solidFill>
                  <a:schemeClr val="tx1"/>
                </a:solidFill>
                <a:latin typeface="Corporate Traveller" pitchFamily="2" charset="77"/>
              </a:rPr>
              <a:t>Every £/$/R you spend, put to work. World-class reporting, real-time insights and payment on your terms. Skip expense reconciliation altogether with Melon Pay: a line of credit that means no more out-of-pocket costs, and no more chasing receipts – just one clean statement for your finance team. Already have your own card or tools? </a:t>
            </a:r>
            <a:br>
              <a:rPr lang="en-GB" sz="1000" dirty="0">
                <a:solidFill>
                  <a:schemeClr val="tx1"/>
                </a:solidFill>
                <a:latin typeface="Corporate Traveller" pitchFamily="2" charset="77"/>
              </a:rPr>
            </a:br>
            <a:r>
              <a:rPr lang="en-GB" sz="1000" dirty="0">
                <a:solidFill>
                  <a:schemeClr val="tx1"/>
                </a:solidFill>
                <a:latin typeface="Corporate Traveller" pitchFamily="2" charset="77"/>
              </a:rPr>
              <a:t>No problem - we plug straight in. Your ecosystem, your rules. Nothing forced, no weird workarounds. </a:t>
            </a:r>
            <a:br>
              <a:rPr lang="en-GB" sz="1000" dirty="0">
                <a:solidFill>
                  <a:schemeClr val="tx1"/>
                </a:solidFill>
                <a:latin typeface="Corporate Traveller" pitchFamily="2" charset="77"/>
              </a:rPr>
            </a:br>
            <a:r>
              <a:rPr lang="en-GB" sz="1000" dirty="0">
                <a:solidFill>
                  <a:schemeClr val="tx1"/>
                </a:solidFill>
                <a:latin typeface="Corporate Traveller" pitchFamily="2" charset="77"/>
              </a:rPr>
              <a:t>How refreshing is that?</a:t>
            </a:r>
          </a:p>
        </p:txBody>
      </p:sp>
      <p:cxnSp>
        <p:nvCxnSpPr>
          <p:cNvPr id="27" name="Straight Connector 26">
            <a:extLst>
              <a:ext uri="{FF2B5EF4-FFF2-40B4-BE49-F238E27FC236}">
                <a16:creationId xmlns:a16="http://schemas.microsoft.com/office/drawing/2014/main" id="{2181057F-8953-896C-6877-F9C6CE8E6D23}"/>
              </a:ext>
            </a:extLst>
          </p:cNvPr>
          <p:cNvCxnSpPr>
            <a:cxnSpLocks/>
          </p:cNvCxnSpPr>
          <p:nvPr/>
        </p:nvCxnSpPr>
        <p:spPr>
          <a:xfrm>
            <a:off x="1669754" y="1905297"/>
            <a:ext cx="0" cy="288000"/>
          </a:xfrm>
          <a:prstGeom prst="line">
            <a:avLst/>
          </a:prstGeom>
          <a:ln w="19050">
            <a:solidFill>
              <a:srgbClr val="FF2E5E"/>
            </a:solidFill>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80DFCE3-72EC-768B-ADD4-B2DFE7549CE5}"/>
              </a:ext>
            </a:extLst>
          </p:cNvPr>
          <p:cNvCxnSpPr>
            <a:cxnSpLocks/>
          </p:cNvCxnSpPr>
          <p:nvPr/>
        </p:nvCxnSpPr>
        <p:spPr>
          <a:xfrm>
            <a:off x="4611259" y="1905297"/>
            <a:ext cx="0" cy="288000"/>
          </a:xfrm>
          <a:prstGeom prst="line">
            <a:avLst/>
          </a:prstGeom>
          <a:ln w="19050">
            <a:solidFill>
              <a:srgbClr val="FF2E5E"/>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B0BD5A2-F1E7-30C9-E3E2-88A0888440E3}"/>
              </a:ext>
            </a:extLst>
          </p:cNvPr>
          <p:cNvCxnSpPr>
            <a:cxnSpLocks/>
          </p:cNvCxnSpPr>
          <p:nvPr/>
        </p:nvCxnSpPr>
        <p:spPr>
          <a:xfrm>
            <a:off x="7563780" y="1905297"/>
            <a:ext cx="0" cy="288000"/>
          </a:xfrm>
          <a:prstGeom prst="line">
            <a:avLst/>
          </a:prstGeom>
          <a:ln w="19050">
            <a:solidFill>
              <a:srgbClr val="FF2E5E"/>
            </a:solidFill>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1409FB1-8599-E426-3D96-3D302E50A527}"/>
              </a:ext>
            </a:extLst>
          </p:cNvPr>
          <p:cNvCxnSpPr>
            <a:cxnSpLocks/>
          </p:cNvCxnSpPr>
          <p:nvPr/>
        </p:nvCxnSpPr>
        <p:spPr>
          <a:xfrm>
            <a:off x="10527054" y="1905297"/>
            <a:ext cx="0" cy="288000"/>
          </a:xfrm>
          <a:prstGeom prst="line">
            <a:avLst/>
          </a:prstGeom>
          <a:ln w="19050">
            <a:solidFill>
              <a:srgbClr val="FF2E5E"/>
            </a:solidFill>
            <a:tailEnd type="ova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75FDC14-C7FC-48A3-798E-57F28DAF573E}"/>
              </a:ext>
            </a:extLst>
          </p:cNvPr>
          <p:cNvCxnSpPr>
            <a:cxnSpLocks/>
          </p:cNvCxnSpPr>
          <p:nvPr/>
        </p:nvCxnSpPr>
        <p:spPr>
          <a:xfrm>
            <a:off x="1661213" y="1908983"/>
            <a:ext cx="8865841" cy="0"/>
          </a:xfrm>
          <a:prstGeom prst="line">
            <a:avLst/>
          </a:prstGeom>
          <a:ln w="19050">
            <a:solidFill>
              <a:srgbClr val="FF2E5E"/>
            </a:solidFill>
            <a:tailEnd type="none"/>
          </a:ln>
        </p:spPr>
        <p:style>
          <a:lnRef idx="1">
            <a:schemeClr val="accent1"/>
          </a:lnRef>
          <a:fillRef idx="0">
            <a:schemeClr val="accent1"/>
          </a:fillRef>
          <a:effectRef idx="0">
            <a:schemeClr val="accent1"/>
          </a:effectRef>
          <a:fontRef idx="minor">
            <a:schemeClr val="tx1"/>
          </a:fontRef>
        </p:style>
      </p:cxnSp>
      <p:sp>
        <p:nvSpPr>
          <p:cNvPr id="37" name="Date Placeholder 3">
            <a:extLst>
              <a:ext uri="{FF2B5EF4-FFF2-40B4-BE49-F238E27FC236}">
                <a16:creationId xmlns:a16="http://schemas.microsoft.com/office/drawing/2014/main" id="{FD428127-5CC6-2914-7C30-CDDAB1E5D12B}"/>
              </a:ext>
            </a:extLst>
          </p:cNvPr>
          <p:cNvSpPr>
            <a:spLocks noGrp="1"/>
          </p:cNvSpPr>
          <p:nvPr>
            <p:ph type="dt" sz="half" idx="10"/>
          </p:nvPr>
        </p:nvSpPr>
        <p:spPr>
          <a:xfrm>
            <a:off x="360000" y="6274011"/>
            <a:ext cx="768561" cy="360000"/>
          </a:xfrm>
        </p:spPr>
        <p:txBody>
          <a:bodyPr/>
          <a:lstStyle>
            <a:lvl1pPr>
              <a:defRPr>
                <a:solidFill>
                  <a:schemeClr val="accent1"/>
                </a:solidFill>
              </a:defRPr>
            </a:lvl1pPr>
          </a:lstStyle>
          <a:p>
            <a:fld id="{BB1A7367-EB7B-5940-9250-E537993F6F13}" type="datetime4">
              <a:rPr lang="en-GB" smtClean="0">
                <a:latin typeface="Corporate Traveller" pitchFamily="2" charset="77"/>
              </a:rPr>
              <a:pPr/>
              <a:t>09 April 2026</a:t>
            </a:fld>
            <a:endParaRPr lang="en-GB">
              <a:latin typeface="Corporate Traveller" pitchFamily="2" charset="77"/>
            </a:endParaRPr>
          </a:p>
        </p:txBody>
      </p:sp>
      <p:sp>
        <p:nvSpPr>
          <p:cNvPr id="38" name="Footer Placeholder 4">
            <a:extLst>
              <a:ext uri="{FF2B5EF4-FFF2-40B4-BE49-F238E27FC236}">
                <a16:creationId xmlns:a16="http://schemas.microsoft.com/office/drawing/2014/main" id="{F058CE4F-D776-1DCC-09CF-1B62C620D492}"/>
              </a:ext>
            </a:extLst>
          </p:cNvPr>
          <p:cNvSpPr>
            <a:spLocks noGrp="1"/>
          </p:cNvSpPr>
          <p:nvPr>
            <p:ph type="ftr" sz="quarter" idx="11"/>
          </p:nvPr>
        </p:nvSpPr>
        <p:spPr>
          <a:xfrm>
            <a:off x="1177289" y="6274011"/>
            <a:ext cx="3118485" cy="360000"/>
          </a:xfrm>
        </p:spPr>
        <p:txBody>
          <a:bodyPr/>
          <a:lstStyle>
            <a:lvl1pPr>
              <a:defRPr>
                <a:solidFill>
                  <a:schemeClr val="accent1"/>
                </a:solidFill>
              </a:defRPr>
            </a:lvl1pPr>
          </a:lstStyle>
          <a:p>
            <a:r>
              <a:rPr lang="en-GB">
                <a:latin typeface="Corporate Traveller" pitchFamily="2" charset="77"/>
              </a:rPr>
              <a:t>Confidential</a:t>
            </a:r>
          </a:p>
        </p:txBody>
      </p:sp>
      <p:sp>
        <p:nvSpPr>
          <p:cNvPr id="39" name="Slide Number Placeholder 5">
            <a:extLst>
              <a:ext uri="{FF2B5EF4-FFF2-40B4-BE49-F238E27FC236}">
                <a16:creationId xmlns:a16="http://schemas.microsoft.com/office/drawing/2014/main" id="{85D2CC24-7553-D1F6-16E1-351256D20848}"/>
              </a:ext>
            </a:extLst>
          </p:cNvPr>
          <p:cNvSpPr>
            <a:spLocks noGrp="1"/>
          </p:cNvSpPr>
          <p:nvPr>
            <p:ph type="sldNum" sz="quarter" idx="12"/>
          </p:nvPr>
        </p:nvSpPr>
        <p:spPr>
          <a:xfrm>
            <a:off x="9113838" y="6274011"/>
            <a:ext cx="2743200" cy="360000"/>
          </a:xfrm>
        </p:spPr>
        <p:txBody>
          <a:bodyPr/>
          <a:lstStyle>
            <a:lvl1pPr>
              <a:defRPr>
                <a:solidFill>
                  <a:schemeClr val="accent1"/>
                </a:solidFill>
              </a:defRPr>
            </a:lvl1pPr>
          </a:lstStyle>
          <a:p>
            <a:fld id="{D12734D3-D73F-6A4D-B2B5-DCD15EBB8EEC}" type="slidenum">
              <a:rPr lang="en-GB" smtClean="0">
                <a:latin typeface="Corporate Traveller" pitchFamily="2" charset="77"/>
              </a:rPr>
              <a:pPr/>
              <a:t>8</a:t>
            </a:fld>
            <a:endParaRPr lang="en-GB">
              <a:latin typeface="Corporate Traveller" pitchFamily="2" charset="77"/>
            </a:endParaRPr>
          </a:p>
        </p:txBody>
      </p:sp>
    </p:spTree>
    <p:extLst>
      <p:ext uri="{BB962C8B-B14F-4D97-AF65-F5344CB8AC3E}">
        <p14:creationId xmlns:p14="http://schemas.microsoft.com/office/powerpoint/2010/main" val="9087862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4D62C-84DF-525B-FF5E-EEC8CB8C8F4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FBF7E43-7CD7-A861-A26F-74964F03475B}"/>
              </a:ext>
            </a:extLst>
          </p:cNvPr>
          <p:cNvSpPr>
            <a:spLocks noGrp="1"/>
          </p:cNvSpPr>
          <p:nvPr>
            <p:ph type="ctrTitle"/>
          </p:nvPr>
        </p:nvSpPr>
        <p:spPr>
          <a:xfrm>
            <a:off x="2453089" y="877454"/>
            <a:ext cx="7285822" cy="1128085"/>
          </a:xfrm>
        </p:spPr>
        <p:txBody>
          <a:bodyPr/>
          <a:lstStyle/>
          <a:p>
            <a:pPr algn="ctr">
              <a:lnSpc>
                <a:spcPct val="100000"/>
              </a:lnSpc>
            </a:pPr>
            <a:r>
              <a:rPr lang="en-US" sz="3600" dirty="0">
                <a:solidFill>
                  <a:schemeClr val="tx2"/>
                </a:solidFill>
                <a:latin typeface="Corporate Traveller" pitchFamily="2" charset="77"/>
              </a:rPr>
              <a:t>Our CVP’s:</a:t>
            </a:r>
            <a:br>
              <a:rPr lang="en-US" sz="3600" dirty="0">
                <a:solidFill>
                  <a:schemeClr val="tx2"/>
                </a:solidFill>
                <a:latin typeface="Corporate Traveller" pitchFamily="2" charset="77"/>
              </a:rPr>
            </a:br>
            <a:r>
              <a:rPr lang="en-US" sz="3600" b="0" dirty="0">
                <a:solidFill>
                  <a:schemeClr val="tx2"/>
                </a:solidFill>
                <a:latin typeface="Corporate Traveller" pitchFamily="2" charset="77"/>
              </a:rPr>
              <a:t>Refreshing Business Travel</a:t>
            </a:r>
          </a:p>
        </p:txBody>
      </p:sp>
      <p:sp>
        <p:nvSpPr>
          <p:cNvPr id="16" name="Rounded Rectangle 15">
            <a:extLst>
              <a:ext uri="{FF2B5EF4-FFF2-40B4-BE49-F238E27FC236}">
                <a16:creationId xmlns:a16="http://schemas.microsoft.com/office/drawing/2014/main" id="{DA0FC5AF-ACB8-82D0-E490-B9F9BF65814A}"/>
              </a:ext>
            </a:extLst>
          </p:cNvPr>
          <p:cNvSpPr/>
          <p:nvPr/>
        </p:nvSpPr>
        <p:spPr>
          <a:xfrm>
            <a:off x="1041662" y="2278815"/>
            <a:ext cx="3128568" cy="3308314"/>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porate Traveller" pitchFamily="2" charset="77"/>
            </a:endParaRPr>
          </a:p>
        </p:txBody>
      </p:sp>
      <p:sp>
        <p:nvSpPr>
          <p:cNvPr id="5" name="Content Placeholder 1">
            <a:extLst>
              <a:ext uri="{FF2B5EF4-FFF2-40B4-BE49-F238E27FC236}">
                <a16:creationId xmlns:a16="http://schemas.microsoft.com/office/drawing/2014/main" id="{A949CBDA-A05D-E5A3-128F-75891E569DEB}"/>
              </a:ext>
            </a:extLst>
          </p:cNvPr>
          <p:cNvSpPr txBox="1">
            <a:spLocks/>
          </p:cNvSpPr>
          <p:nvPr/>
        </p:nvSpPr>
        <p:spPr>
          <a:xfrm>
            <a:off x="1312926" y="3338465"/>
            <a:ext cx="2586038" cy="258043"/>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
                <a:srgbClr val="FF2E5F"/>
              </a:buClr>
              <a:buSzTx/>
              <a:buFont typeface="Arial" panose="020B0604020202020204" pitchFamily="34" charset="0"/>
              <a:buNone/>
              <a:tabLst/>
              <a:defRPr/>
            </a:pPr>
            <a:r>
              <a:rPr kumimoji="0" lang="en-US" sz="1800" b="1" i="0" u="none" strike="noStrike" kern="1200" cap="none" spc="0" normalizeH="0" baseline="0" noProof="0" dirty="0">
                <a:ln>
                  <a:noFill/>
                </a:ln>
                <a:solidFill>
                  <a:srgbClr val="00434E"/>
                </a:solidFill>
                <a:effectLst/>
                <a:uLnTx/>
                <a:uFillTx/>
                <a:latin typeface="Corporate Traveller" pitchFamily="2" charset="77"/>
              </a:rPr>
              <a:t>Simple &amp; Fast</a:t>
            </a:r>
          </a:p>
        </p:txBody>
      </p:sp>
      <p:sp>
        <p:nvSpPr>
          <p:cNvPr id="10" name="Content Placeholder 1">
            <a:extLst>
              <a:ext uri="{FF2B5EF4-FFF2-40B4-BE49-F238E27FC236}">
                <a16:creationId xmlns:a16="http://schemas.microsoft.com/office/drawing/2014/main" id="{C722FC3C-7152-47E9-87B5-D2EFCC502E02}"/>
              </a:ext>
            </a:extLst>
          </p:cNvPr>
          <p:cNvSpPr txBox="1">
            <a:spLocks/>
          </p:cNvSpPr>
          <p:nvPr/>
        </p:nvSpPr>
        <p:spPr>
          <a:xfrm>
            <a:off x="1312926" y="3750345"/>
            <a:ext cx="2586038" cy="856262"/>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600"/>
              </a:lnSpc>
              <a:spcBef>
                <a:spcPts val="0"/>
              </a:spcBef>
              <a:buClr>
                <a:srgbClr val="FF2E5F"/>
              </a:buClr>
              <a:buSzTx/>
              <a:buFont typeface="Arial" panose="020B0604020202020204" pitchFamily="34" charset="0"/>
              <a:buNone/>
              <a:tabLst/>
              <a:defRPr/>
            </a:pPr>
            <a:r>
              <a:rPr kumimoji="0" lang="en-US" sz="1200" b="0" i="0" u="none" strike="noStrike" kern="1200" cap="none" spc="0" normalizeH="0" baseline="0" noProof="0" dirty="0">
                <a:ln>
                  <a:noFill/>
                </a:ln>
                <a:solidFill>
                  <a:srgbClr val="00434E"/>
                </a:solidFill>
                <a:effectLst/>
                <a:uLnTx/>
                <a:uFillTx/>
                <a:latin typeface="Corporate Traveller" pitchFamily="2" charset="77"/>
              </a:rPr>
              <a:t>Built for the needs of SME businesses, making every journey, meeting and connection feel refreshingly easy.</a:t>
            </a:r>
          </a:p>
        </p:txBody>
      </p:sp>
      <p:sp>
        <p:nvSpPr>
          <p:cNvPr id="14" name="Rounded Rectangle 13">
            <a:extLst>
              <a:ext uri="{FF2B5EF4-FFF2-40B4-BE49-F238E27FC236}">
                <a16:creationId xmlns:a16="http://schemas.microsoft.com/office/drawing/2014/main" id="{9922B4FE-A480-B28A-B854-A28C860F8D50}"/>
              </a:ext>
            </a:extLst>
          </p:cNvPr>
          <p:cNvSpPr/>
          <p:nvPr/>
        </p:nvSpPr>
        <p:spPr>
          <a:xfrm>
            <a:off x="4509049" y="2278815"/>
            <a:ext cx="3128568" cy="3308314"/>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porate Traveller" pitchFamily="2" charset="77"/>
            </a:endParaRPr>
          </a:p>
        </p:txBody>
      </p:sp>
      <p:sp>
        <p:nvSpPr>
          <p:cNvPr id="8" name="Content Placeholder 1">
            <a:extLst>
              <a:ext uri="{FF2B5EF4-FFF2-40B4-BE49-F238E27FC236}">
                <a16:creationId xmlns:a16="http://schemas.microsoft.com/office/drawing/2014/main" id="{19D7D58C-48B8-6E2F-F4DC-21C518F6CBB1}"/>
              </a:ext>
            </a:extLst>
          </p:cNvPr>
          <p:cNvSpPr txBox="1">
            <a:spLocks/>
          </p:cNvSpPr>
          <p:nvPr/>
        </p:nvSpPr>
        <p:spPr>
          <a:xfrm>
            <a:off x="4585783" y="2690686"/>
            <a:ext cx="2975097" cy="501702"/>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
                <a:srgbClr val="FF2E5F"/>
              </a:buClr>
              <a:buSzTx/>
              <a:buFont typeface="Arial" panose="020B0604020202020204" pitchFamily="34" charset="0"/>
              <a:buNone/>
              <a:tabLst/>
              <a:defRPr/>
            </a:pPr>
            <a:r>
              <a:rPr kumimoji="0" lang="en-US" sz="1800" b="1" i="0" u="none" strike="noStrike" kern="1200" cap="none" spc="0" normalizeH="0" baseline="0" noProof="0" dirty="0">
                <a:ln>
                  <a:noFill/>
                </a:ln>
                <a:solidFill>
                  <a:srgbClr val="00434E"/>
                </a:solidFill>
                <a:effectLst/>
                <a:uLnTx/>
                <a:uFillTx/>
                <a:latin typeface="Corporate Traveller" pitchFamily="2" charset="77"/>
              </a:rPr>
              <a:t>An unbeatable </a:t>
            </a:r>
            <a:br>
              <a:rPr kumimoji="0" lang="en-US" sz="1800" b="1" i="0" u="none" strike="noStrike" kern="1200" cap="none" spc="0" normalizeH="0" baseline="0" noProof="0" dirty="0">
                <a:ln>
                  <a:noFill/>
                </a:ln>
                <a:solidFill>
                  <a:srgbClr val="00434E"/>
                </a:solidFill>
                <a:effectLst/>
                <a:uLnTx/>
                <a:uFillTx/>
                <a:latin typeface="Corporate Traveller" pitchFamily="2" charset="77"/>
              </a:rPr>
            </a:br>
            <a:r>
              <a:rPr kumimoji="0" lang="en-US" sz="1800" b="1" i="0" u="none" strike="noStrike" kern="1200" cap="none" spc="0" normalizeH="0" baseline="0" noProof="0" dirty="0">
                <a:ln>
                  <a:noFill/>
                </a:ln>
                <a:solidFill>
                  <a:srgbClr val="00434E"/>
                </a:solidFill>
                <a:effectLst/>
                <a:uLnTx/>
                <a:uFillTx/>
                <a:latin typeface="Corporate Traveller" pitchFamily="2" charset="77"/>
              </a:rPr>
              <a:t>service experience</a:t>
            </a:r>
          </a:p>
        </p:txBody>
      </p:sp>
      <p:sp>
        <p:nvSpPr>
          <p:cNvPr id="11" name="Content Placeholder 1">
            <a:extLst>
              <a:ext uri="{FF2B5EF4-FFF2-40B4-BE49-F238E27FC236}">
                <a16:creationId xmlns:a16="http://schemas.microsoft.com/office/drawing/2014/main" id="{8B914F1C-62B6-B896-5646-993FDEA7305C}"/>
              </a:ext>
            </a:extLst>
          </p:cNvPr>
          <p:cNvSpPr txBox="1">
            <a:spLocks/>
          </p:cNvSpPr>
          <p:nvPr/>
        </p:nvSpPr>
        <p:spPr>
          <a:xfrm>
            <a:off x="4705241" y="3357068"/>
            <a:ext cx="2736180" cy="1789362"/>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600"/>
              </a:lnSpc>
              <a:spcBef>
                <a:spcPts val="0"/>
              </a:spcBef>
              <a:buClr>
                <a:srgbClr val="FF2E5F"/>
              </a:buClr>
              <a:buSzTx/>
              <a:buFont typeface="Arial" panose="020B0604020202020204" pitchFamily="34" charset="0"/>
              <a:buNone/>
              <a:tabLst/>
              <a:defRPr/>
            </a:pPr>
            <a:r>
              <a:rPr kumimoji="0" lang="en-US" sz="1200" b="0" i="0" u="none" strike="noStrike" kern="1200" cap="none" spc="0" normalizeH="0" baseline="0" noProof="0" dirty="0">
                <a:ln>
                  <a:noFill/>
                </a:ln>
                <a:solidFill>
                  <a:srgbClr val="00434E"/>
                </a:solidFill>
                <a:effectLst/>
                <a:uLnTx/>
                <a:uFillTx/>
                <a:latin typeface="Corporate Traveller" pitchFamily="2" charset="77"/>
              </a:rPr>
              <a:t>Through people. Through technology. </a:t>
            </a:r>
            <a:br>
              <a:rPr kumimoji="0" lang="en-US" sz="1200" b="0" i="0" u="none" strike="noStrike" kern="1200" cap="none" spc="0" normalizeH="0" baseline="0" noProof="0" dirty="0">
                <a:ln>
                  <a:noFill/>
                </a:ln>
                <a:solidFill>
                  <a:srgbClr val="00434E"/>
                </a:solidFill>
                <a:effectLst/>
                <a:uLnTx/>
                <a:uFillTx/>
                <a:latin typeface="Corporate Traveller" pitchFamily="2" charset="77"/>
              </a:rPr>
            </a:br>
            <a:r>
              <a:rPr kumimoji="0" lang="en-US" sz="1200" b="0" i="0" u="none" strike="noStrike" kern="1200" cap="none" spc="0" normalizeH="0" baseline="0" noProof="0" dirty="0">
                <a:ln>
                  <a:noFill/>
                </a:ln>
                <a:solidFill>
                  <a:srgbClr val="00434E"/>
                </a:solidFill>
                <a:effectLst/>
                <a:uLnTx/>
                <a:uFillTx/>
                <a:latin typeface="Corporate Traveller" pitchFamily="2" charset="77"/>
              </a:rPr>
              <a:t>On every needed touchpoint,</a:t>
            </a:r>
          </a:p>
          <a:p>
            <a:pPr marL="0" marR="0" lvl="0" indent="0" algn="ctr" defTabSz="914400" rtl="0" eaLnBrk="1" fontAlgn="auto" latinLnBrk="0" hangingPunct="1">
              <a:lnSpc>
                <a:spcPts val="1600"/>
              </a:lnSpc>
              <a:spcBef>
                <a:spcPts val="0"/>
              </a:spcBef>
              <a:buClr>
                <a:srgbClr val="FF2E5F"/>
              </a:buClr>
              <a:buSzTx/>
              <a:buFont typeface="Arial" panose="020B0604020202020204" pitchFamily="34" charset="0"/>
              <a:buNone/>
              <a:tabLst/>
              <a:defRPr/>
            </a:pPr>
            <a:r>
              <a:rPr kumimoji="0" lang="en-US" sz="1200" b="0" i="0" u="none" strike="noStrike" kern="1200" cap="none" spc="0" normalizeH="0" baseline="0" noProof="0" dirty="0">
                <a:ln>
                  <a:noFill/>
                </a:ln>
                <a:solidFill>
                  <a:srgbClr val="00434E"/>
                </a:solidFill>
                <a:effectLst/>
                <a:uLnTx/>
                <a:uFillTx/>
                <a:latin typeface="Corporate Traveller" pitchFamily="2" charset="77"/>
              </a:rPr>
              <a:t>With a dedicated consultant who understands your business, and intuitive, personalised technology</a:t>
            </a:r>
            <a:br>
              <a:rPr kumimoji="0" lang="en-US" sz="1200" b="0" i="0" u="none" strike="noStrike" kern="1200" cap="none" spc="0" normalizeH="0" baseline="0" noProof="0" dirty="0">
                <a:ln>
                  <a:noFill/>
                </a:ln>
                <a:solidFill>
                  <a:srgbClr val="00434E"/>
                </a:solidFill>
                <a:effectLst/>
                <a:uLnTx/>
                <a:uFillTx/>
                <a:latin typeface="Corporate Traveller" pitchFamily="2" charset="77"/>
              </a:rPr>
            </a:br>
            <a:r>
              <a:rPr kumimoji="0" lang="en-US" sz="1200" b="0" i="0" u="none" strike="noStrike" kern="1200" cap="none" spc="0" normalizeH="0" baseline="0" noProof="0" dirty="0">
                <a:ln>
                  <a:noFill/>
                </a:ln>
                <a:solidFill>
                  <a:srgbClr val="00434E"/>
                </a:solidFill>
                <a:effectLst/>
                <a:uLnTx/>
                <a:uFillTx/>
                <a:latin typeface="Corporate Traveller" pitchFamily="2" charset="77"/>
              </a:rPr>
              <a:t>that gets your people moving.</a:t>
            </a:r>
          </a:p>
          <a:p>
            <a:pPr marL="0" marR="0" lvl="0" indent="0" algn="ctr" defTabSz="914400" rtl="0" eaLnBrk="1" fontAlgn="auto" latinLnBrk="0" hangingPunct="1">
              <a:lnSpc>
                <a:spcPts val="1600"/>
              </a:lnSpc>
              <a:spcBef>
                <a:spcPts val="0"/>
              </a:spcBef>
              <a:buClr>
                <a:srgbClr val="FF2E5F"/>
              </a:buClr>
              <a:buSzTx/>
              <a:buFont typeface="Arial" panose="020B0604020202020204" pitchFamily="34" charset="0"/>
              <a:buNone/>
              <a:tabLst/>
              <a:defRPr/>
            </a:pPr>
            <a:r>
              <a:rPr kumimoji="0" lang="en-US" sz="1200" b="0" i="0" u="none" strike="noStrike" kern="1200" cap="none" spc="0" normalizeH="0" baseline="0" noProof="0" dirty="0">
                <a:ln>
                  <a:noFill/>
                </a:ln>
                <a:solidFill>
                  <a:srgbClr val="00434E"/>
                </a:solidFill>
                <a:effectLst/>
                <a:uLnTx/>
                <a:uFillTx/>
                <a:latin typeface="Corporate Traveller" pitchFamily="2" charset="77"/>
              </a:rPr>
              <a:t>It’s a refreshing approach to service </a:t>
            </a:r>
            <a:br>
              <a:rPr kumimoji="0" lang="en-US" sz="1200" b="0" i="0" u="none" strike="noStrike" kern="1200" cap="none" spc="0" normalizeH="0" baseline="0" noProof="0" dirty="0">
                <a:ln>
                  <a:noFill/>
                </a:ln>
                <a:solidFill>
                  <a:srgbClr val="00434E"/>
                </a:solidFill>
                <a:effectLst/>
                <a:uLnTx/>
                <a:uFillTx/>
                <a:latin typeface="Corporate Traveller" pitchFamily="2" charset="77"/>
              </a:rPr>
            </a:br>
            <a:r>
              <a:rPr kumimoji="0" lang="en-US" sz="1200" b="0" i="0" u="none" strike="noStrike" kern="1200" cap="none" spc="0" normalizeH="0" baseline="0" noProof="0" dirty="0">
                <a:ln>
                  <a:noFill/>
                </a:ln>
                <a:solidFill>
                  <a:srgbClr val="00434E"/>
                </a:solidFill>
                <a:effectLst/>
                <a:uLnTx/>
                <a:uFillTx/>
                <a:latin typeface="Corporate Traveller" pitchFamily="2" charset="77"/>
              </a:rPr>
              <a:t>experience that our customers love.</a:t>
            </a:r>
          </a:p>
        </p:txBody>
      </p:sp>
      <p:sp>
        <p:nvSpPr>
          <p:cNvPr id="15" name="Rounded Rectangle 14">
            <a:extLst>
              <a:ext uri="{FF2B5EF4-FFF2-40B4-BE49-F238E27FC236}">
                <a16:creationId xmlns:a16="http://schemas.microsoft.com/office/drawing/2014/main" id="{585DE010-4E0E-DA12-271E-89A5BAAE8138}"/>
              </a:ext>
            </a:extLst>
          </p:cNvPr>
          <p:cNvSpPr/>
          <p:nvPr/>
        </p:nvSpPr>
        <p:spPr>
          <a:xfrm>
            <a:off x="7976435" y="2278815"/>
            <a:ext cx="3128568" cy="3308314"/>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orporate Traveller" pitchFamily="2" charset="77"/>
            </a:endParaRPr>
          </a:p>
        </p:txBody>
      </p:sp>
      <p:sp>
        <p:nvSpPr>
          <p:cNvPr id="9" name="Content Placeholder 1">
            <a:extLst>
              <a:ext uri="{FF2B5EF4-FFF2-40B4-BE49-F238E27FC236}">
                <a16:creationId xmlns:a16="http://schemas.microsoft.com/office/drawing/2014/main" id="{670E60CE-571C-347F-6A23-B2C203CB05AF}"/>
              </a:ext>
            </a:extLst>
          </p:cNvPr>
          <p:cNvSpPr txBox="1">
            <a:spLocks/>
          </p:cNvSpPr>
          <p:nvPr/>
        </p:nvSpPr>
        <p:spPr>
          <a:xfrm>
            <a:off x="8355018" y="3040323"/>
            <a:ext cx="2353778" cy="501704"/>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
                <a:srgbClr val="FF2E5F"/>
              </a:buClr>
              <a:buSzTx/>
              <a:buFont typeface="Arial" panose="020B0604020202020204" pitchFamily="34" charset="0"/>
              <a:buNone/>
              <a:tabLst/>
              <a:defRPr/>
            </a:pPr>
            <a:r>
              <a:rPr kumimoji="0" lang="en-US" sz="1800" b="1" i="0" u="none" strike="noStrike" kern="1200" cap="none" spc="0" normalizeH="0" baseline="0" noProof="0" dirty="0">
                <a:ln>
                  <a:noFill/>
                </a:ln>
                <a:solidFill>
                  <a:srgbClr val="00434E"/>
                </a:solidFill>
                <a:effectLst/>
                <a:uLnTx/>
                <a:uFillTx/>
                <a:latin typeface="Corporate Traveller" pitchFamily="2" charset="77"/>
              </a:rPr>
              <a:t>The best choice </a:t>
            </a:r>
            <a:br>
              <a:rPr kumimoji="0" lang="en-US" sz="1800" b="1" i="0" u="none" strike="noStrike" kern="1200" cap="none" spc="0" normalizeH="0" baseline="0" noProof="0" dirty="0">
                <a:ln>
                  <a:noFill/>
                </a:ln>
                <a:solidFill>
                  <a:srgbClr val="00434E"/>
                </a:solidFill>
                <a:effectLst/>
                <a:uLnTx/>
                <a:uFillTx/>
                <a:latin typeface="Corporate Traveller" pitchFamily="2" charset="77"/>
              </a:rPr>
            </a:br>
            <a:r>
              <a:rPr kumimoji="0" lang="en-US" sz="1800" b="1" i="0" u="none" strike="noStrike" kern="1200" cap="none" spc="0" normalizeH="0" baseline="0" noProof="0" dirty="0">
                <a:ln>
                  <a:noFill/>
                </a:ln>
                <a:solidFill>
                  <a:srgbClr val="00434E"/>
                </a:solidFill>
                <a:effectLst/>
                <a:uLnTx/>
                <a:uFillTx/>
                <a:latin typeface="Corporate Traveller" pitchFamily="2" charset="77"/>
              </a:rPr>
              <a:t>of content</a:t>
            </a:r>
          </a:p>
        </p:txBody>
      </p:sp>
      <p:sp>
        <p:nvSpPr>
          <p:cNvPr id="12" name="Content Placeholder 1">
            <a:extLst>
              <a:ext uri="{FF2B5EF4-FFF2-40B4-BE49-F238E27FC236}">
                <a16:creationId xmlns:a16="http://schemas.microsoft.com/office/drawing/2014/main" id="{70C09960-A4CD-FA66-9820-FA12CFFDA7A6}"/>
              </a:ext>
            </a:extLst>
          </p:cNvPr>
          <p:cNvSpPr txBox="1">
            <a:spLocks/>
          </p:cNvSpPr>
          <p:nvPr/>
        </p:nvSpPr>
        <p:spPr>
          <a:xfrm>
            <a:off x="8268464" y="3709535"/>
            <a:ext cx="2544508" cy="1259311"/>
          </a:xfrm>
          <a:prstGeom prst="rect">
            <a:avLst/>
          </a:prstGeom>
        </p:spPr>
        <p:txBody>
          <a:bodyPr vert="horz" lIns="0" tIns="0" rIns="0" bIns="0" rtlCol="0" anchor="t">
            <a:noAutofit/>
          </a:bodyPr>
          <a:lstStyle>
            <a:lvl1pPr marL="180000" indent="-1800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800" kern="1200">
                <a:solidFill>
                  <a:schemeClr val="tx2"/>
                </a:solidFill>
                <a:latin typeface="Raleway" pitchFamily="2" charset="77"/>
                <a:ea typeface="+mn-ea"/>
                <a:cs typeface="+mn-cs"/>
              </a:defRPr>
            </a:lvl1pPr>
            <a:lvl2pPr marL="361950" indent="-180975" algn="l" defTabSz="914400" rtl="0" eaLnBrk="1" latinLnBrk="0" hangingPunct="1">
              <a:lnSpc>
                <a:spcPct val="90000"/>
              </a:lnSpc>
              <a:spcBef>
                <a:spcPts val="0"/>
              </a:spcBef>
              <a:spcAft>
                <a:spcPts val="600"/>
              </a:spcAft>
              <a:buClr>
                <a:schemeClr val="accent2"/>
              </a:buClr>
              <a:buFont typeface="System Font"/>
              <a:buChar char="–"/>
              <a:tabLst/>
              <a:defRPr sz="1400" kern="1200">
                <a:solidFill>
                  <a:schemeClr val="tx2"/>
                </a:solidFill>
                <a:latin typeface="Raleway" pitchFamily="2" charset="77"/>
                <a:ea typeface="+mn-ea"/>
                <a:cs typeface="+mn-cs"/>
              </a:defRPr>
            </a:lvl2pPr>
            <a:lvl3pPr marL="360000" indent="0" algn="l" defTabSz="914400" rtl="0" eaLnBrk="1" latinLnBrk="0" hangingPunct="1">
              <a:lnSpc>
                <a:spcPct val="90000"/>
              </a:lnSpc>
              <a:spcBef>
                <a:spcPts val="0"/>
              </a:spcBef>
              <a:spcAft>
                <a:spcPts val="600"/>
              </a:spcAft>
              <a:buClr>
                <a:schemeClr val="accent2"/>
              </a:buClr>
              <a:buFont typeface="System Font"/>
              <a:buNone/>
              <a:defRPr sz="1800" kern="1200">
                <a:solidFill>
                  <a:schemeClr val="tx2"/>
                </a:solidFill>
                <a:latin typeface="Raleway" pitchFamily="2" charset="77"/>
                <a:ea typeface="+mn-ea"/>
                <a:cs typeface="+mn-cs"/>
              </a:defRPr>
            </a:lvl3pPr>
            <a:lvl4pPr marL="72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4pPr>
            <a:lvl5pPr marL="900000" indent="-180000" algn="l" defTabSz="914400" rtl="0" eaLnBrk="1" latinLnBrk="0" hangingPunct="1">
              <a:lnSpc>
                <a:spcPct val="90000"/>
              </a:lnSpc>
              <a:spcBef>
                <a:spcPts val="0"/>
              </a:spcBef>
              <a:spcAft>
                <a:spcPts val="600"/>
              </a:spcAft>
              <a:buClr>
                <a:schemeClr val="accent2"/>
              </a:buClr>
              <a:buFont typeface="System Font"/>
              <a:buChar char="–"/>
              <a:defRPr sz="1800" kern="1200">
                <a:solidFill>
                  <a:schemeClr val="tx2"/>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600"/>
              </a:lnSpc>
              <a:spcBef>
                <a:spcPts val="0"/>
              </a:spcBef>
              <a:buClr>
                <a:srgbClr val="FF2E5F"/>
              </a:buClr>
              <a:buSzTx/>
              <a:buFont typeface="Arial" panose="020B0604020202020204" pitchFamily="34" charset="0"/>
              <a:buNone/>
              <a:tabLst/>
              <a:defRPr/>
            </a:pPr>
            <a:r>
              <a:rPr kumimoji="0" lang="en-US" sz="1200" b="0" i="0" u="none" strike="noStrike" kern="1200" cap="none" spc="0" normalizeH="0" baseline="0" noProof="0" dirty="0">
                <a:ln>
                  <a:noFill/>
                </a:ln>
                <a:solidFill>
                  <a:srgbClr val="00434E"/>
                </a:solidFill>
                <a:effectLst/>
                <a:uLnTx/>
                <a:uFillTx/>
                <a:latin typeface="Corporate Traveller" pitchFamily="2" charset="77"/>
              </a:rPr>
              <a:t>Superior value, choice and savings to your bottom line. Get unrivalled access to content that’s relevant to your business, while enjoying exclusive deals, courtesy of </a:t>
            </a:r>
            <a:br>
              <a:rPr kumimoji="0" lang="en-US" sz="1200" b="0" i="0" u="none" strike="noStrike" kern="1200" cap="none" spc="0" normalizeH="0" baseline="0" noProof="0" dirty="0">
                <a:ln>
                  <a:noFill/>
                </a:ln>
                <a:solidFill>
                  <a:srgbClr val="00434E"/>
                </a:solidFill>
                <a:effectLst/>
                <a:uLnTx/>
                <a:uFillTx/>
                <a:latin typeface="Corporate Traveller" pitchFamily="2" charset="77"/>
              </a:rPr>
            </a:br>
            <a:r>
              <a:rPr kumimoji="0" lang="en-US" sz="1200" b="0" i="0" u="none" strike="noStrike" kern="1200" cap="none" spc="0" normalizeH="0" baseline="0" noProof="0" dirty="0">
                <a:ln>
                  <a:noFill/>
                </a:ln>
                <a:solidFill>
                  <a:srgbClr val="00434E"/>
                </a:solidFill>
                <a:effectLst/>
                <a:uLnTx/>
                <a:uFillTx/>
                <a:latin typeface="Corporate Traveller" pitchFamily="2" charset="77"/>
              </a:rPr>
              <a:t>FCTG’s global strength.</a:t>
            </a:r>
          </a:p>
        </p:txBody>
      </p:sp>
      <p:pic>
        <p:nvPicPr>
          <p:cNvPr id="3" name="Picture 2">
            <a:extLst>
              <a:ext uri="{FF2B5EF4-FFF2-40B4-BE49-F238E27FC236}">
                <a16:creationId xmlns:a16="http://schemas.microsoft.com/office/drawing/2014/main" id="{50C9BE2C-7061-46F0-1571-CDA1EE2A8544}"/>
              </a:ext>
            </a:extLst>
          </p:cNvPr>
          <p:cNvPicPr>
            <a:picLocks noChangeAspect="1"/>
          </p:cNvPicPr>
          <p:nvPr/>
        </p:nvPicPr>
        <p:blipFill>
          <a:blip r:embed="rId3"/>
          <a:stretch>
            <a:fillRect/>
          </a:stretch>
        </p:blipFill>
        <p:spPr>
          <a:xfrm>
            <a:off x="8872060" y="42085"/>
            <a:ext cx="2952902" cy="1037568"/>
          </a:xfrm>
          <a:prstGeom prst="rect">
            <a:avLst/>
          </a:prstGeom>
        </p:spPr>
      </p:pic>
      <p:pic>
        <p:nvPicPr>
          <p:cNvPr id="2" name="bg object 18">
            <a:extLst>
              <a:ext uri="{FF2B5EF4-FFF2-40B4-BE49-F238E27FC236}">
                <a16:creationId xmlns:a16="http://schemas.microsoft.com/office/drawing/2014/main" id="{26370775-463C-BA72-A8CA-E049E2CDE105}"/>
              </a:ext>
            </a:extLst>
          </p:cNvPr>
          <p:cNvPicPr/>
          <p:nvPr/>
        </p:nvPicPr>
        <p:blipFill>
          <a:blip r:embed="rId4" cstate="print"/>
          <a:stretch>
            <a:fillRect/>
          </a:stretch>
        </p:blipFill>
        <p:spPr>
          <a:xfrm>
            <a:off x="10298393" y="339854"/>
            <a:ext cx="1558645" cy="352063"/>
          </a:xfrm>
          <a:prstGeom prst="rect">
            <a:avLst/>
          </a:prstGeom>
        </p:spPr>
      </p:pic>
      <p:sp>
        <p:nvSpPr>
          <p:cNvPr id="21" name="Date Placeholder 3">
            <a:extLst>
              <a:ext uri="{FF2B5EF4-FFF2-40B4-BE49-F238E27FC236}">
                <a16:creationId xmlns:a16="http://schemas.microsoft.com/office/drawing/2014/main" id="{7292B521-431D-AA1E-EEDF-8FED4C32EEF3}"/>
              </a:ext>
            </a:extLst>
          </p:cNvPr>
          <p:cNvSpPr txBox="1">
            <a:spLocks/>
          </p:cNvSpPr>
          <p:nvPr/>
        </p:nvSpPr>
        <p:spPr>
          <a:xfrm>
            <a:off x="360000" y="6274011"/>
            <a:ext cx="768561" cy="360000"/>
          </a:xfrm>
          <a:prstGeom prst="rect">
            <a:avLst/>
          </a:prstGeom>
        </p:spPr>
        <p:txBody>
          <a:bodyPr vert="horz" lIns="0" tIns="0" rIns="0" bIns="0" rtlCol="0" anchor="b">
            <a:noAutofit/>
          </a:bodyPr>
          <a:lstStyle>
            <a:defPPr>
              <a:defRPr kern="0"/>
            </a:defPPr>
            <a:lvl1pPr algn="l">
              <a:defRPr sz="700" b="0" i="0">
                <a:solidFill>
                  <a:schemeClr val="accent1"/>
                </a:solidFill>
                <a:latin typeface="Raleway" pitchFamily="2" charset="77"/>
              </a:defRPr>
            </a:lvl1pPr>
          </a:lstStyle>
          <a:p>
            <a:pPr marL="0" marR="0" lvl="0" indent="0" algn="l" defTabSz="914400" eaLnBrk="1" fontAlgn="auto" latinLnBrk="0" hangingPunct="1">
              <a:lnSpc>
                <a:spcPct val="100000"/>
              </a:lnSpc>
              <a:spcBef>
                <a:spcPts val="0"/>
              </a:spcBef>
              <a:spcAft>
                <a:spcPts val="0"/>
              </a:spcAft>
              <a:buClrTx/>
              <a:buSzTx/>
              <a:buFontTx/>
              <a:buNone/>
              <a:tabLst/>
              <a:defRPr/>
            </a:pPr>
            <a:fld id="{BB1A7367-EB7B-5940-9250-E537993F6F13}" type="datetime4">
              <a:rPr kumimoji="0" lang="en-GB" sz="700" b="0" i="0" u="none" strike="noStrike" kern="0" cap="none" spc="0" normalizeH="0" baseline="0" noProof="0" smtClean="0">
                <a:ln>
                  <a:noFill/>
                </a:ln>
                <a:solidFill>
                  <a:srgbClr val="00434E"/>
                </a:solidFill>
                <a:effectLst/>
                <a:uLnTx/>
                <a:uFillTx/>
                <a:latin typeface="Corporate Traveller" pitchFamily="2" charset="77"/>
              </a:rPr>
              <a:pPr marL="0" marR="0" lvl="0" indent="0" algn="l" defTabSz="914400" eaLnBrk="1" fontAlgn="auto" latinLnBrk="0" hangingPunct="1">
                <a:lnSpc>
                  <a:spcPct val="100000"/>
                </a:lnSpc>
                <a:spcBef>
                  <a:spcPts val="0"/>
                </a:spcBef>
                <a:spcAft>
                  <a:spcPts val="0"/>
                </a:spcAft>
                <a:buClrTx/>
                <a:buSzTx/>
                <a:buFontTx/>
                <a:buNone/>
                <a:tabLst/>
                <a:defRPr/>
              </a:pPr>
              <a:t>09 April 2026</a:t>
            </a:fld>
            <a:endParaRPr kumimoji="0" lang="en-GB" sz="700" b="0" i="0" u="none" strike="noStrike" kern="0" cap="none" spc="0" normalizeH="0" baseline="0" noProof="0">
              <a:ln>
                <a:noFill/>
              </a:ln>
              <a:solidFill>
                <a:srgbClr val="00434E"/>
              </a:solidFill>
              <a:effectLst/>
              <a:uLnTx/>
              <a:uFillTx/>
              <a:latin typeface="Corporate Traveller" pitchFamily="2" charset="77"/>
            </a:endParaRPr>
          </a:p>
        </p:txBody>
      </p:sp>
      <p:sp>
        <p:nvSpPr>
          <p:cNvPr id="22" name="Footer Placeholder 4">
            <a:extLst>
              <a:ext uri="{FF2B5EF4-FFF2-40B4-BE49-F238E27FC236}">
                <a16:creationId xmlns:a16="http://schemas.microsoft.com/office/drawing/2014/main" id="{E74CEDB3-F48E-558C-9AB5-9873AF0DFBD1}"/>
              </a:ext>
            </a:extLst>
          </p:cNvPr>
          <p:cNvSpPr txBox="1">
            <a:spLocks/>
          </p:cNvSpPr>
          <p:nvPr/>
        </p:nvSpPr>
        <p:spPr>
          <a:xfrm>
            <a:off x="1177289" y="6274011"/>
            <a:ext cx="3118485" cy="360000"/>
          </a:xfrm>
          <a:prstGeom prst="rect">
            <a:avLst/>
          </a:prstGeom>
        </p:spPr>
        <p:txBody>
          <a:bodyPr vert="horz" lIns="0" tIns="0" rIns="0" bIns="0" rtlCol="0" anchor="b">
            <a:noAutofit/>
          </a:bodyPr>
          <a:lstStyle>
            <a:defPPr>
              <a:defRPr kern="0"/>
            </a:defPPr>
            <a:lvl1pPr algn="l">
              <a:defRPr sz="800" b="0" i="0">
                <a:solidFill>
                  <a:schemeClr val="accent1"/>
                </a:solidFill>
                <a:latin typeface="Raleway" pitchFamily="2" charset="77"/>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00434E"/>
                </a:solidFill>
                <a:effectLst/>
                <a:uLnTx/>
                <a:uFillTx/>
                <a:latin typeface="Corporate Traveller" pitchFamily="2" charset="77"/>
              </a:rPr>
              <a:t>Confidential</a:t>
            </a:r>
          </a:p>
        </p:txBody>
      </p:sp>
      <p:sp>
        <p:nvSpPr>
          <p:cNvPr id="23" name="Slide Number Placeholder 5">
            <a:extLst>
              <a:ext uri="{FF2B5EF4-FFF2-40B4-BE49-F238E27FC236}">
                <a16:creationId xmlns:a16="http://schemas.microsoft.com/office/drawing/2014/main" id="{96405787-AFC3-CCEA-E07C-5C9DFAB7D64A}"/>
              </a:ext>
            </a:extLst>
          </p:cNvPr>
          <p:cNvSpPr txBox="1">
            <a:spLocks/>
          </p:cNvSpPr>
          <p:nvPr/>
        </p:nvSpPr>
        <p:spPr>
          <a:xfrm>
            <a:off x="9113838" y="6274011"/>
            <a:ext cx="2743200" cy="360000"/>
          </a:xfrm>
          <a:prstGeom prst="rect">
            <a:avLst/>
          </a:prstGeom>
        </p:spPr>
        <p:txBody>
          <a:bodyPr vert="horz" lIns="0" tIns="0" rIns="0" bIns="0" rtlCol="0" anchor="b">
            <a:noAutofit/>
          </a:bodyPr>
          <a:lstStyle>
            <a:defPPr>
              <a:defRPr kern="0"/>
            </a:defPPr>
            <a:lvl1pPr algn="r">
              <a:defRPr sz="800" b="0" i="0">
                <a:solidFill>
                  <a:schemeClr val="accent1"/>
                </a:solidFill>
                <a:latin typeface="Raleway" pitchFamily="2" charset="77"/>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D12734D3-D73F-6A4D-B2B5-DCD15EBB8EEC}" type="slidenum">
              <a:rPr kumimoji="0" lang="en-GB" sz="800" b="0" i="0" u="none" strike="noStrike" kern="0" cap="none" spc="0" normalizeH="0" baseline="0" noProof="0" smtClean="0">
                <a:ln>
                  <a:noFill/>
                </a:ln>
                <a:solidFill>
                  <a:srgbClr val="00434E"/>
                </a:solidFill>
                <a:effectLst/>
                <a:uLnTx/>
                <a:uFillTx/>
                <a:latin typeface="Corporate Traveller" pitchFamily="2" charset="77"/>
              </a:rPr>
              <a:pPr marL="0" marR="0" lvl="0" indent="0" algn="r" defTabSz="914400" eaLnBrk="1" fontAlgn="auto" latinLnBrk="0" hangingPunct="1">
                <a:lnSpc>
                  <a:spcPct val="100000"/>
                </a:lnSpc>
                <a:spcBef>
                  <a:spcPts val="0"/>
                </a:spcBef>
                <a:spcAft>
                  <a:spcPts val="0"/>
                </a:spcAft>
                <a:buClrTx/>
                <a:buSzTx/>
                <a:buFontTx/>
                <a:buNone/>
                <a:tabLst/>
                <a:defRPr/>
              </a:pPr>
              <a:t>9</a:t>
            </a:fld>
            <a:endParaRPr kumimoji="0" lang="en-GB" sz="800" b="0" i="0" u="none" strike="noStrike" kern="0" cap="none" spc="0" normalizeH="0" baseline="0" noProof="0">
              <a:ln>
                <a:noFill/>
              </a:ln>
              <a:solidFill>
                <a:srgbClr val="00434E"/>
              </a:solidFill>
              <a:effectLst/>
              <a:uLnTx/>
              <a:uFillTx/>
              <a:latin typeface="Corporate Traveller" pitchFamily="2" charset="77"/>
            </a:endParaRPr>
          </a:p>
        </p:txBody>
      </p:sp>
      <p:sp>
        <p:nvSpPr>
          <p:cNvPr id="27" name="object 8">
            <a:extLst>
              <a:ext uri="{FF2B5EF4-FFF2-40B4-BE49-F238E27FC236}">
                <a16:creationId xmlns:a16="http://schemas.microsoft.com/office/drawing/2014/main" id="{572F4836-DDC2-E701-A52B-FDE808D7323A}"/>
              </a:ext>
            </a:extLst>
          </p:cNvPr>
          <p:cNvSpPr/>
          <p:nvPr/>
        </p:nvSpPr>
        <p:spPr>
          <a:xfrm>
            <a:off x="1041662" y="5869088"/>
            <a:ext cx="3128568" cy="198120"/>
          </a:xfrm>
          <a:custGeom>
            <a:avLst/>
            <a:gdLst/>
            <a:ahLst/>
            <a:cxnLst/>
            <a:rect l="l" t="t" r="r" b="b"/>
            <a:pathLst>
              <a:path w="1983739" h="198120">
                <a:moveTo>
                  <a:pt x="991755" y="0"/>
                </a:moveTo>
                <a:lnTo>
                  <a:pt x="914251" y="297"/>
                </a:lnTo>
                <a:lnTo>
                  <a:pt x="838378" y="1176"/>
                </a:lnTo>
                <a:lnTo>
                  <a:pt x="764357" y="2614"/>
                </a:lnTo>
                <a:lnTo>
                  <a:pt x="692408" y="4589"/>
                </a:lnTo>
                <a:lnTo>
                  <a:pt x="622752" y="7079"/>
                </a:lnTo>
                <a:lnTo>
                  <a:pt x="555609" y="10062"/>
                </a:lnTo>
                <a:lnTo>
                  <a:pt x="491200" y="13516"/>
                </a:lnTo>
                <a:lnTo>
                  <a:pt x="429745" y="17419"/>
                </a:lnTo>
                <a:lnTo>
                  <a:pt x="371465" y="21749"/>
                </a:lnTo>
                <a:lnTo>
                  <a:pt x="316580" y="26484"/>
                </a:lnTo>
                <a:lnTo>
                  <a:pt x="265312" y="31602"/>
                </a:lnTo>
                <a:lnTo>
                  <a:pt x="217879" y="37081"/>
                </a:lnTo>
                <a:lnTo>
                  <a:pt x="174503" y="42900"/>
                </a:lnTo>
                <a:lnTo>
                  <a:pt x="135405" y="49035"/>
                </a:lnTo>
                <a:lnTo>
                  <a:pt x="70921" y="62168"/>
                </a:lnTo>
                <a:lnTo>
                  <a:pt x="26193" y="76305"/>
                </a:lnTo>
                <a:lnTo>
                  <a:pt x="0" y="99009"/>
                </a:lnTo>
                <a:lnTo>
                  <a:pt x="2983" y="106745"/>
                </a:lnTo>
                <a:lnTo>
                  <a:pt x="45977" y="128889"/>
                </a:lnTo>
                <a:lnTo>
                  <a:pt x="100804" y="142545"/>
                </a:lnTo>
                <a:lnTo>
                  <a:pt x="174503" y="155108"/>
                </a:lnTo>
                <a:lnTo>
                  <a:pt x="217879" y="160926"/>
                </a:lnTo>
                <a:lnTo>
                  <a:pt x="265312" y="166404"/>
                </a:lnTo>
                <a:lnTo>
                  <a:pt x="316580" y="171522"/>
                </a:lnTo>
                <a:lnTo>
                  <a:pt x="371465" y="176257"/>
                </a:lnTo>
                <a:lnTo>
                  <a:pt x="429745" y="180586"/>
                </a:lnTo>
                <a:lnTo>
                  <a:pt x="491200" y="184489"/>
                </a:lnTo>
                <a:lnTo>
                  <a:pt x="555609" y="187943"/>
                </a:lnTo>
                <a:lnTo>
                  <a:pt x="622752" y="190926"/>
                </a:lnTo>
                <a:lnTo>
                  <a:pt x="692408" y="193416"/>
                </a:lnTo>
                <a:lnTo>
                  <a:pt x="764357" y="195391"/>
                </a:lnTo>
                <a:lnTo>
                  <a:pt x="838378" y="196828"/>
                </a:lnTo>
                <a:lnTo>
                  <a:pt x="914251" y="197707"/>
                </a:lnTo>
                <a:lnTo>
                  <a:pt x="991755" y="198005"/>
                </a:lnTo>
                <a:lnTo>
                  <a:pt x="1069260" y="197707"/>
                </a:lnTo>
                <a:lnTo>
                  <a:pt x="1145133" y="196828"/>
                </a:lnTo>
                <a:lnTo>
                  <a:pt x="1219154" y="195391"/>
                </a:lnTo>
                <a:lnTo>
                  <a:pt x="1291103" y="193416"/>
                </a:lnTo>
                <a:lnTo>
                  <a:pt x="1360759" y="190926"/>
                </a:lnTo>
                <a:lnTo>
                  <a:pt x="1427902" y="187943"/>
                </a:lnTo>
                <a:lnTo>
                  <a:pt x="1492311" y="184489"/>
                </a:lnTo>
                <a:lnTo>
                  <a:pt x="1553765" y="180586"/>
                </a:lnTo>
                <a:lnTo>
                  <a:pt x="1612045" y="176257"/>
                </a:lnTo>
                <a:lnTo>
                  <a:pt x="1666930" y="171522"/>
                </a:lnTo>
                <a:lnTo>
                  <a:pt x="1718199" y="166404"/>
                </a:lnTo>
                <a:lnTo>
                  <a:pt x="1765631" y="160926"/>
                </a:lnTo>
                <a:lnTo>
                  <a:pt x="1809007" y="155108"/>
                </a:lnTo>
                <a:lnTo>
                  <a:pt x="1848106" y="148974"/>
                </a:lnTo>
                <a:lnTo>
                  <a:pt x="1912589" y="135842"/>
                </a:lnTo>
                <a:lnTo>
                  <a:pt x="1957318" y="121707"/>
                </a:lnTo>
                <a:lnTo>
                  <a:pt x="1983511" y="99009"/>
                </a:lnTo>
                <a:lnTo>
                  <a:pt x="1980527" y="91271"/>
                </a:lnTo>
                <a:lnTo>
                  <a:pt x="1937533" y="69122"/>
                </a:lnTo>
                <a:lnTo>
                  <a:pt x="1882707" y="55465"/>
                </a:lnTo>
                <a:lnTo>
                  <a:pt x="1809007" y="42900"/>
                </a:lnTo>
                <a:lnTo>
                  <a:pt x="1765631" y="37081"/>
                </a:lnTo>
                <a:lnTo>
                  <a:pt x="1718199" y="31602"/>
                </a:lnTo>
                <a:lnTo>
                  <a:pt x="1666930" y="26484"/>
                </a:lnTo>
                <a:lnTo>
                  <a:pt x="1612045" y="21749"/>
                </a:lnTo>
                <a:lnTo>
                  <a:pt x="1553765" y="17419"/>
                </a:lnTo>
                <a:lnTo>
                  <a:pt x="1492311" y="13516"/>
                </a:lnTo>
                <a:lnTo>
                  <a:pt x="1427902" y="10062"/>
                </a:lnTo>
                <a:lnTo>
                  <a:pt x="1360759" y="7079"/>
                </a:lnTo>
                <a:lnTo>
                  <a:pt x="1291103" y="4589"/>
                </a:lnTo>
                <a:lnTo>
                  <a:pt x="1219154" y="2614"/>
                </a:lnTo>
                <a:lnTo>
                  <a:pt x="1145133" y="1176"/>
                </a:lnTo>
                <a:lnTo>
                  <a:pt x="1069260" y="297"/>
                </a:lnTo>
                <a:lnTo>
                  <a:pt x="991755" y="0"/>
                </a:lnTo>
                <a:close/>
              </a:path>
            </a:pathLst>
          </a:custGeom>
          <a:solidFill>
            <a:schemeClr val="tx1">
              <a:lumMod val="60000"/>
              <a:lumOff val="40000"/>
            </a:schemeClr>
          </a:solidFill>
        </p:spPr>
        <p:txBody>
          <a:bodyPr wrap="square" lIns="0" tIns="0" rIns="0" bIns="0" rtlCol="0"/>
          <a:lstStyle/>
          <a:p>
            <a:endParaRPr>
              <a:latin typeface="Corporate Traveller" pitchFamily="2" charset="77"/>
            </a:endParaRPr>
          </a:p>
        </p:txBody>
      </p:sp>
      <p:sp>
        <p:nvSpPr>
          <p:cNvPr id="28" name="object 8">
            <a:extLst>
              <a:ext uri="{FF2B5EF4-FFF2-40B4-BE49-F238E27FC236}">
                <a16:creationId xmlns:a16="http://schemas.microsoft.com/office/drawing/2014/main" id="{91342B95-76E3-97A7-1DC6-0E052005CC52}"/>
              </a:ext>
            </a:extLst>
          </p:cNvPr>
          <p:cNvSpPr/>
          <p:nvPr/>
        </p:nvSpPr>
        <p:spPr>
          <a:xfrm>
            <a:off x="4509049" y="5869088"/>
            <a:ext cx="3128568" cy="198120"/>
          </a:xfrm>
          <a:custGeom>
            <a:avLst/>
            <a:gdLst/>
            <a:ahLst/>
            <a:cxnLst/>
            <a:rect l="l" t="t" r="r" b="b"/>
            <a:pathLst>
              <a:path w="1983739" h="198120">
                <a:moveTo>
                  <a:pt x="991755" y="0"/>
                </a:moveTo>
                <a:lnTo>
                  <a:pt x="914251" y="297"/>
                </a:lnTo>
                <a:lnTo>
                  <a:pt x="838378" y="1176"/>
                </a:lnTo>
                <a:lnTo>
                  <a:pt x="764357" y="2614"/>
                </a:lnTo>
                <a:lnTo>
                  <a:pt x="692408" y="4589"/>
                </a:lnTo>
                <a:lnTo>
                  <a:pt x="622752" y="7079"/>
                </a:lnTo>
                <a:lnTo>
                  <a:pt x="555609" y="10062"/>
                </a:lnTo>
                <a:lnTo>
                  <a:pt x="491200" y="13516"/>
                </a:lnTo>
                <a:lnTo>
                  <a:pt x="429745" y="17419"/>
                </a:lnTo>
                <a:lnTo>
                  <a:pt x="371465" y="21749"/>
                </a:lnTo>
                <a:lnTo>
                  <a:pt x="316580" y="26484"/>
                </a:lnTo>
                <a:lnTo>
                  <a:pt x="265312" y="31602"/>
                </a:lnTo>
                <a:lnTo>
                  <a:pt x="217879" y="37081"/>
                </a:lnTo>
                <a:lnTo>
                  <a:pt x="174503" y="42900"/>
                </a:lnTo>
                <a:lnTo>
                  <a:pt x="135405" y="49035"/>
                </a:lnTo>
                <a:lnTo>
                  <a:pt x="70921" y="62168"/>
                </a:lnTo>
                <a:lnTo>
                  <a:pt x="26193" y="76305"/>
                </a:lnTo>
                <a:lnTo>
                  <a:pt x="0" y="99009"/>
                </a:lnTo>
                <a:lnTo>
                  <a:pt x="2983" y="106745"/>
                </a:lnTo>
                <a:lnTo>
                  <a:pt x="45977" y="128889"/>
                </a:lnTo>
                <a:lnTo>
                  <a:pt x="100804" y="142545"/>
                </a:lnTo>
                <a:lnTo>
                  <a:pt x="174503" y="155108"/>
                </a:lnTo>
                <a:lnTo>
                  <a:pt x="217879" y="160926"/>
                </a:lnTo>
                <a:lnTo>
                  <a:pt x="265312" y="166404"/>
                </a:lnTo>
                <a:lnTo>
                  <a:pt x="316580" y="171522"/>
                </a:lnTo>
                <a:lnTo>
                  <a:pt x="371465" y="176257"/>
                </a:lnTo>
                <a:lnTo>
                  <a:pt x="429745" y="180586"/>
                </a:lnTo>
                <a:lnTo>
                  <a:pt x="491200" y="184489"/>
                </a:lnTo>
                <a:lnTo>
                  <a:pt x="555609" y="187943"/>
                </a:lnTo>
                <a:lnTo>
                  <a:pt x="622752" y="190926"/>
                </a:lnTo>
                <a:lnTo>
                  <a:pt x="692408" y="193416"/>
                </a:lnTo>
                <a:lnTo>
                  <a:pt x="764357" y="195391"/>
                </a:lnTo>
                <a:lnTo>
                  <a:pt x="838378" y="196828"/>
                </a:lnTo>
                <a:lnTo>
                  <a:pt x="914251" y="197707"/>
                </a:lnTo>
                <a:lnTo>
                  <a:pt x="991755" y="198005"/>
                </a:lnTo>
                <a:lnTo>
                  <a:pt x="1069260" y="197707"/>
                </a:lnTo>
                <a:lnTo>
                  <a:pt x="1145133" y="196828"/>
                </a:lnTo>
                <a:lnTo>
                  <a:pt x="1219154" y="195391"/>
                </a:lnTo>
                <a:lnTo>
                  <a:pt x="1291103" y="193416"/>
                </a:lnTo>
                <a:lnTo>
                  <a:pt x="1360759" y="190926"/>
                </a:lnTo>
                <a:lnTo>
                  <a:pt x="1427902" y="187943"/>
                </a:lnTo>
                <a:lnTo>
                  <a:pt x="1492311" y="184489"/>
                </a:lnTo>
                <a:lnTo>
                  <a:pt x="1553765" y="180586"/>
                </a:lnTo>
                <a:lnTo>
                  <a:pt x="1612045" y="176257"/>
                </a:lnTo>
                <a:lnTo>
                  <a:pt x="1666930" y="171522"/>
                </a:lnTo>
                <a:lnTo>
                  <a:pt x="1718199" y="166404"/>
                </a:lnTo>
                <a:lnTo>
                  <a:pt x="1765631" y="160926"/>
                </a:lnTo>
                <a:lnTo>
                  <a:pt x="1809007" y="155108"/>
                </a:lnTo>
                <a:lnTo>
                  <a:pt x="1848106" y="148974"/>
                </a:lnTo>
                <a:lnTo>
                  <a:pt x="1912589" y="135842"/>
                </a:lnTo>
                <a:lnTo>
                  <a:pt x="1957318" y="121707"/>
                </a:lnTo>
                <a:lnTo>
                  <a:pt x="1983511" y="99009"/>
                </a:lnTo>
                <a:lnTo>
                  <a:pt x="1980527" y="91271"/>
                </a:lnTo>
                <a:lnTo>
                  <a:pt x="1937533" y="69122"/>
                </a:lnTo>
                <a:lnTo>
                  <a:pt x="1882707" y="55465"/>
                </a:lnTo>
                <a:lnTo>
                  <a:pt x="1809007" y="42900"/>
                </a:lnTo>
                <a:lnTo>
                  <a:pt x="1765631" y="37081"/>
                </a:lnTo>
                <a:lnTo>
                  <a:pt x="1718199" y="31602"/>
                </a:lnTo>
                <a:lnTo>
                  <a:pt x="1666930" y="26484"/>
                </a:lnTo>
                <a:lnTo>
                  <a:pt x="1612045" y="21749"/>
                </a:lnTo>
                <a:lnTo>
                  <a:pt x="1553765" y="17419"/>
                </a:lnTo>
                <a:lnTo>
                  <a:pt x="1492311" y="13516"/>
                </a:lnTo>
                <a:lnTo>
                  <a:pt x="1427902" y="10062"/>
                </a:lnTo>
                <a:lnTo>
                  <a:pt x="1360759" y="7079"/>
                </a:lnTo>
                <a:lnTo>
                  <a:pt x="1291103" y="4589"/>
                </a:lnTo>
                <a:lnTo>
                  <a:pt x="1219154" y="2614"/>
                </a:lnTo>
                <a:lnTo>
                  <a:pt x="1145133" y="1176"/>
                </a:lnTo>
                <a:lnTo>
                  <a:pt x="1069260" y="297"/>
                </a:lnTo>
                <a:lnTo>
                  <a:pt x="991755" y="0"/>
                </a:lnTo>
                <a:close/>
              </a:path>
            </a:pathLst>
          </a:custGeom>
          <a:solidFill>
            <a:schemeClr val="tx1">
              <a:lumMod val="60000"/>
              <a:lumOff val="40000"/>
            </a:schemeClr>
          </a:solidFill>
        </p:spPr>
        <p:txBody>
          <a:bodyPr wrap="square" lIns="0" tIns="0" rIns="0" bIns="0" rtlCol="0"/>
          <a:lstStyle/>
          <a:p>
            <a:endParaRPr>
              <a:latin typeface="Corporate Traveller" pitchFamily="2" charset="77"/>
            </a:endParaRPr>
          </a:p>
        </p:txBody>
      </p:sp>
      <p:sp>
        <p:nvSpPr>
          <p:cNvPr id="29" name="object 8">
            <a:extLst>
              <a:ext uri="{FF2B5EF4-FFF2-40B4-BE49-F238E27FC236}">
                <a16:creationId xmlns:a16="http://schemas.microsoft.com/office/drawing/2014/main" id="{4CE5A9B1-9C63-9855-DF6B-7A855884C89A}"/>
              </a:ext>
            </a:extLst>
          </p:cNvPr>
          <p:cNvSpPr/>
          <p:nvPr/>
        </p:nvSpPr>
        <p:spPr>
          <a:xfrm>
            <a:off x="7976435" y="5869088"/>
            <a:ext cx="3128568" cy="198120"/>
          </a:xfrm>
          <a:custGeom>
            <a:avLst/>
            <a:gdLst/>
            <a:ahLst/>
            <a:cxnLst/>
            <a:rect l="l" t="t" r="r" b="b"/>
            <a:pathLst>
              <a:path w="1983739" h="198120">
                <a:moveTo>
                  <a:pt x="991755" y="0"/>
                </a:moveTo>
                <a:lnTo>
                  <a:pt x="914251" y="297"/>
                </a:lnTo>
                <a:lnTo>
                  <a:pt x="838378" y="1176"/>
                </a:lnTo>
                <a:lnTo>
                  <a:pt x="764357" y="2614"/>
                </a:lnTo>
                <a:lnTo>
                  <a:pt x="692408" y="4589"/>
                </a:lnTo>
                <a:lnTo>
                  <a:pt x="622752" y="7079"/>
                </a:lnTo>
                <a:lnTo>
                  <a:pt x="555609" y="10062"/>
                </a:lnTo>
                <a:lnTo>
                  <a:pt x="491200" y="13516"/>
                </a:lnTo>
                <a:lnTo>
                  <a:pt x="429745" y="17419"/>
                </a:lnTo>
                <a:lnTo>
                  <a:pt x="371465" y="21749"/>
                </a:lnTo>
                <a:lnTo>
                  <a:pt x="316580" y="26484"/>
                </a:lnTo>
                <a:lnTo>
                  <a:pt x="265312" y="31602"/>
                </a:lnTo>
                <a:lnTo>
                  <a:pt x="217879" y="37081"/>
                </a:lnTo>
                <a:lnTo>
                  <a:pt x="174503" y="42900"/>
                </a:lnTo>
                <a:lnTo>
                  <a:pt x="135405" y="49035"/>
                </a:lnTo>
                <a:lnTo>
                  <a:pt x="70921" y="62168"/>
                </a:lnTo>
                <a:lnTo>
                  <a:pt x="26193" y="76305"/>
                </a:lnTo>
                <a:lnTo>
                  <a:pt x="0" y="99009"/>
                </a:lnTo>
                <a:lnTo>
                  <a:pt x="2983" y="106745"/>
                </a:lnTo>
                <a:lnTo>
                  <a:pt x="45977" y="128889"/>
                </a:lnTo>
                <a:lnTo>
                  <a:pt x="100804" y="142545"/>
                </a:lnTo>
                <a:lnTo>
                  <a:pt x="174503" y="155108"/>
                </a:lnTo>
                <a:lnTo>
                  <a:pt x="217879" y="160926"/>
                </a:lnTo>
                <a:lnTo>
                  <a:pt x="265312" y="166404"/>
                </a:lnTo>
                <a:lnTo>
                  <a:pt x="316580" y="171522"/>
                </a:lnTo>
                <a:lnTo>
                  <a:pt x="371465" y="176257"/>
                </a:lnTo>
                <a:lnTo>
                  <a:pt x="429745" y="180586"/>
                </a:lnTo>
                <a:lnTo>
                  <a:pt x="491200" y="184489"/>
                </a:lnTo>
                <a:lnTo>
                  <a:pt x="555609" y="187943"/>
                </a:lnTo>
                <a:lnTo>
                  <a:pt x="622752" y="190926"/>
                </a:lnTo>
                <a:lnTo>
                  <a:pt x="692408" y="193416"/>
                </a:lnTo>
                <a:lnTo>
                  <a:pt x="764357" y="195391"/>
                </a:lnTo>
                <a:lnTo>
                  <a:pt x="838378" y="196828"/>
                </a:lnTo>
                <a:lnTo>
                  <a:pt x="914251" y="197707"/>
                </a:lnTo>
                <a:lnTo>
                  <a:pt x="991755" y="198005"/>
                </a:lnTo>
                <a:lnTo>
                  <a:pt x="1069260" y="197707"/>
                </a:lnTo>
                <a:lnTo>
                  <a:pt x="1145133" y="196828"/>
                </a:lnTo>
                <a:lnTo>
                  <a:pt x="1219154" y="195391"/>
                </a:lnTo>
                <a:lnTo>
                  <a:pt x="1291103" y="193416"/>
                </a:lnTo>
                <a:lnTo>
                  <a:pt x="1360759" y="190926"/>
                </a:lnTo>
                <a:lnTo>
                  <a:pt x="1427902" y="187943"/>
                </a:lnTo>
                <a:lnTo>
                  <a:pt x="1492311" y="184489"/>
                </a:lnTo>
                <a:lnTo>
                  <a:pt x="1553765" y="180586"/>
                </a:lnTo>
                <a:lnTo>
                  <a:pt x="1612045" y="176257"/>
                </a:lnTo>
                <a:lnTo>
                  <a:pt x="1666930" y="171522"/>
                </a:lnTo>
                <a:lnTo>
                  <a:pt x="1718199" y="166404"/>
                </a:lnTo>
                <a:lnTo>
                  <a:pt x="1765631" y="160926"/>
                </a:lnTo>
                <a:lnTo>
                  <a:pt x="1809007" y="155108"/>
                </a:lnTo>
                <a:lnTo>
                  <a:pt x="1848106" y="148974"/>
                </a:lnTo>
                <a:lnTo>
                  <a:pt x="1912589" y="135842"/>
                </a:lnTo>
                <a:lnTo>
                  <a:pt x="1957318" y="121707"/>
                </a:lnTo>
                <a:lnTo>
                  <a:pt x="1983511" y="99009"/>
                </a:lnTo>
                <a:lnTo>
                  <a:pt x="1980527" y="91271"/>
                </a:lnTo>
                <a:lnTo>
                  <a:pt x="1937533" y="69122"/>
                </a:lnTo>
                <a:lnTo>
                  <a:pt x="1882707" y="55465"/>
                </a:lnTo>
                <a:lnTo>
                  <a:pt x="1809007" y="42900"/>
                </a:lnTo>
                <a:lnTo>
                  <a:pt x="1765631" y="37081"/>
                </a:lnTo>
                <a:lnTo>
                  <a:pt x="1718199" y="31602"/>
                </a:lnTo>
                <a:lnTo>
                  <a:pt x="1666930" y="26484"/>
                </a:lnTo>
                <a:lnTo>
                  <a:pt x="1612045" y="21749"/>
                </a:lnTo>
                <a:lnTo>
                  <a:pt x="1553765" y="17419"/>
                </a:lnTo>
                <a:lnTo>
                  <a:pt x="1492311" y="13516"/>
                </a:lnTo>
                <a:lnTo>
                  <a:pt x="1427902" y="10062"/>
                </a:lnTo>
                <a:lnTo>
                  <a:pt x="1360759" y="7079"/>
                </a:lnTo>
                <a:lnTo>
                  <a:pt x="1291103" y="4589"/>
                </a:lnTo>
                <a:lnTo>
                  <a:pt x="1219154" y="2614"/>
                </a:lnTo>
                <a:lnTo>
                  <a:pt x="1145133" y="1176"/>
                </a:lnTo>
                <a:lnTo>
                  <a:pt x="1069260" y="297"/>
                </a:lnTo>
                <a:lnTo>
                  <a:pt x="991755" y="0"/>
                </a:lnTo>
                <a:close/>
              </a:path>
            </a:pathLst>
          </a:custGeom>
          <a:solidFill>
            <a:schemeClr val="tx1">
              <a:lumMod val="60000"/>
              <a:lumOff val="40000"/>
            </a:schemeClr>
          </a:solidFill>
        </p:spPr>
        <p:txBody>
          <a:bodyPr wrap="square" lIns="0" tIns="0" rIns="0" bIns="0" rtlCol="0"/>
          <a:lstStyle/>
          <a:p>
            <a:endParaRPr>
              <a:latin typeface="Corporate Traveller" pitchFamily="2" charset="77"/>
            </a:endParaRPr>
          </a:p>
        </p:txBody>
      </p:sp>
    </p:spTree>
    <p:extLst>
      <p:ext uri="{BB962C8B-B14F-4D97-AF65-F5344CB8AC3E}">
        <p14:creationId xmlns:p14="http://schemas.microsoft.com/office/powerpoint/2010/main" val="1863618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orporate Traveller Duotone">
  <a:themeElements>
    <a:clrScheme name="Corporate Traveller Full Palette">
      <a:dk1>
        <a:srgbClr val="72979E"/>
      </a:dk1>
      <a:lt1>
        <a:srgbClr val="FFFFFF"/>
      </a:lt1>
      <a:dk2>
        <a:srgbClr val="00434E"/>
      </a:dk2>
      <a:lt2>
        <a:srgbClr val="FFFFFF"/>
      </a:lt2>
      <a:accent1>
        <a:srgbClr val="00434E"/>
      </a:accent1>
      <a:accent2>
        <a:srgbClr val="FF2E5F"/>
      </a:accent2>
      <a:accent3>
        <a:srgbClr val="FFCF6D"/>
      </a:accent3>
      <a:accent4>
        <a:srgbClr val="95E6FF"/>
      </a:accent4>
      <a:accent5>
        <a:srgbClr val="B3B1E3"/>
      </a:accent5>
      <a:accent6>
        <a:srgbClr val="F3AFBF"/>
      </a:accent6>
      <a:hlink>
        <a:srgbClr val="FF2E5F"/>
      </a:hlink>
      <a:folHlink>
        <a:srgbClr val="FF2E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44450" cap="flat">
          <a:solidFill>
            <a:schemeClr val="accent2"/>
          </a:solid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1547</Words>
  <Application>Microsoft Office PowerPoint</Application>
  <PresentationFormat>Widescreen</PresentationFormat>
  <Paragraphs>182</Paragraphs>
  <Slides>9</Slides>
  <Notes>5</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Calibri</vt:lpstr>
      <vt:lpstr>Corporate Traveller</vt:lpstr>
      <vt:lpstr>Corporate Traveller SemiBold</vt:lpstr>
      <vt:lpstr>Raleway</vt:lpstr>
      <vt:lpstr>System Font</vt:lpstr>
      <vt:lpstr>Corporate Traveller Duotone</vt:lpstr>
      <vt:lpstr>Our Narrative</vt:lpstr>
      <vt:lpstr>Who is CT?</vt:lpstr>
      <vt:lpstr>An unbeatable experience</vt:lpstr>
      <vt:lpstr>How we deliver</vt:lpstr>
      <vt:lpstr>The value our customers get</vt:lpstr>
      <vt:lpstr>Resulting in:</vt:lpstr>
      <vt:lpstr>How we stack up</vt:lpstr>
      <vt:lpstr>Our external message:</vt:lpstr>
      <vt:lpstr>Our CVP’s: Refreshing Business Travel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Claire Harrington (GB)</dc:creator>
  <cp:lastModifiedBy>Claire Harrington (GB)</cp:lastModifiedBy>
  <cp:revision>372</cp:revision>
  <dcterms:created xsi:type="dcterms:W3CDTF">2026-02-03T09:21:37Z</dcterms:created>
  <dcterms:modified xsi:type="dcterms:W3CDTF">2026-04-13T15:24:59Z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2026-02-03T00:00:00Z</vt:filetime>
  </property>
  <property fmtid="{D5CDD505-2E9C-101B-9397-08002B2CF9AE}" pid="3" name="Creator">
    <vt:lpwstr>Adobe InDesign 20.2 (Macintosh)</vt:lpwstr>
  </property>
  <property fmtid="{D5CDD505-2E9C-101B-9397-08002B2CF9AE}" pid="4" name="LastSaved">
    <vt:filetime>2026-02-03T00:00:00Z</vt:filetime>
  </property>
  <property fmtid="{D5CDD505-2E9C-101B-9397-08002B2CF9AE}" pid="5" name="Producer">
    <vt:lpwstr>Adobe PDF Library 17.0</vt:lpwstr>
  </property>
</Properties>
</file>